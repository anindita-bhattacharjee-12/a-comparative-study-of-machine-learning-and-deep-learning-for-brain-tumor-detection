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25"/>
  </p:notesMasterIdLst>
  <p:handoutMasterIdLst>
    <p:handoutMasterId r:id="rId26"/>
  </p:handoutMasterIdLst>
  <p:sldIdLst>
    <p:sldId id="410" r:id="rId5"/>
    <p:sldId id="383" r:id="rId6"/>
    <p:sldId id="414" r:id="rId7"/>
    <p:sldId id="415" r:id="rId8"/>
    <p:sldId id="416" r:id="rId9"/>
    <p:sldId id="429" r:id="rId10"/>
    <p:sldId id="430" r:id="rId11"/>
    <p:sldId id="431" r:id="rId12"/>
    <p:sldId id="432" r:id="rId13"/>
    <p:sldId id="436" r:id="rId14"/>
    <p:sldId id="434" r:id="rId15"/>
    <p:sldId id="418" r:id="rId16"/>
    <p:sldId id="420" r:id="rId17"/>
    <p:sldId id="419" r:id="rId18"/>
    <p:sldId id="421" r:id="rId19"/>
    <p:sldId id="423" r:id="rId20"/>
    <p:sldId id="435" r:id="rId21"/>
    <p:sldId id="437" r:id="rId22"/>
    <p:sldId id="428" r:id="rId23"/>
    <p:sldId id="38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85D34E-5356-4A71-A700-C95FF5569F5A}" v="208" dt="2025-05-31T12:29:11.221"/>
    <p1510:client id="{9F9EDB84-5215-4020-8181-EAEF4BA56B8D}" v="120" dt="2025-05-31T11:36:36.566"/>
    <p1510:client id="{ABB5BCE6-CB02-C253-5988-008B2E167BAB}" v="5" dt="2025-05-31T05:50:34.589"/>
  </p1510:revLst>
</p1510:revInfo>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handoutMaster" Target="handoutMasters/handoutMaster1.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8/10/relationships/authors" Target="author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commentAuthors" Target="commentAuthors.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KIYA IBNE TANHA" userId="dea9dddb-085a-45ad-8bed-d4f82fb29add" providerId="ADAL" clId="{2A85D34E-5356-4A71-A700-C95FF5569F5A}"/>
    <pc:docChg chg="undo custSel modSld">
      <pc:chgData name="ROKIYA IBNE TANHA" userId="dea9dddb-085a-45ad-8bed-d4f82fb29add" providerId="ADAL" clId="{2A85D34E-5356-4A71-A700-C95FF5569F5A}" dt="2025-05-31T12:29:11.221" v="203"/>
      <pc:docMkLst>
        <pc:docMk/>
      </pc:docMkLst>
      <pc:sldChg chg="addSp">
        <pc:chgData name="ROKIYA IBNE TANHA" userId="dea9dddb-085a-45ad-8bed-d4f82fb29add" providerId="ADAL" clId="{2A85D34E-5356-4A71-A700-C95FF5569F5A}" dt="2025-05-31T12:01:48.516" v="103"/>
        <pc:sldMkLst>
          <pc:docMk/>
          <pc:sldMk cId="1440871986" sldId="389"/>
        </pc:sldMkLst>
        <pc:inkChg chg="add">
          <ac:chgData name="ROKIYA IBNE TANHA" userId="dea9dddb-085a-45ad-8bed-d4f82fb29add" providerId="ADAL" clId="{2A85D34E-5356-4A71-A700-C95FF5569F5A}" dt="2025-05-31T12:01:48.516" v="103"/>
          <ac:inkMkLst>
            <pc:docMk/>
            <pc:sldMk cId="1440871986" sldId="389"/>
            <ac:inkMk id="5" creationId="{2C4AD93B-A75C-057B-044D-AC39A7355187}"/>
          </ac:inkMkLst>
        </pc:inkChg>
      </pc:sldChg>
      <pc:sldChg chg="modSp mod">
        <pc:chgData name="ROKIYA IBNE TANHA" userId="dea9dddb-085a-45ad-8bed-d4f82fb29add" providerId="ADAL" clId="{2A85D34E-5356-4A71-A700-C95FF5569F5A}" dt="2025-05-31T11:46:25.261" v="3" actId="207"/>
        <pc:sldMkLst>
          <pc:docMk/>
          <pc:sldMk cId="3931460156" sldId="414"/>
        </pc:sldMkLst>
        <pc:spChg chg="mod">
          <ac:chgData name="ROKIYA IBNE TANHA" userId="dea9dddb-085a-45ad-8bed-d4f82fb29add" providerId="ADAL" clId="{2A85D34E-5356-4A71-A700-C95FF5569F5A}" dt="2025-05-31T11:46:25.261" v="3" actId="207"/>
          <ac:spMkLst>
            <pc:docMk/>
            <pc:sldMk cId="3931460156" sldId="414"/>
            <ac:spMk id="2" creationId="{DC47F3CA-68B4-4A87-150F-DF821EE81FC1}"/>
          </ac:spMkLst>
        </pc:spChg>
      </pc:sldChg>
      <pc:sldChg chg="modSp mod">
        <pc:chgData name="ROKIYA IBNE TANHA" userId="dea9dddb-085a-45ad-8bed-d4f82fb29add" providerId="ADAL" clId="{2A85D34E-5356-4A71-A700-C95FF5569F5A}" dt="2025-05-31T11:46:23.229" v="2" actId="207"/>
        <pc:sldMkLst>
          <pc:docMk/>
          <pc:sldMk cId="601447266" sldId="415"/>
        </pc:sldMkLst>
        <pc:spChg chg="mod">
          <ac:chgData name="ROKIYA IBNE TANHA" userId="dea9dddb-085a-45ad-8bed-d4f82fb29add" providerId="ADAL" clId="{2A85D34E-5356-4A71-A700-C95FF5569F5A}" dt="2025-05-31T11:46:23.229" v="2" actId="207"/>
          <ac:spMkLst>
            <pc:docMk/>
            <pc:sldMk cId="601447266" sldId="415"/>
            <ac:spMk id="2" creationId="{F5B90E6F-2CBA-5DB9-19F4-EC1A4D14AC5D}"/>
          </ac:spMkLst>
        </pc:spChg>
      </pc:sldChg>
      <pc:sldChg chg="modSp mod">
        <pc:chgData name="ROKIYA IBNE TANHA" userId="dea9dddb-085a-45ad-8bed-d4f82fb29add" providerId="ADAL" clId="{2A85D34E-5356-4A71-A700-C95FF5569F5A}" dt="2025-05-31T11:46:31.247" v="4" actId="207"/>
        <pc:sldMkLst>
          <pc:docMk/>
          <pc:sldMk cId="3292197200" sldId="416"/>
        </pc:sldMkLst>
        <pc:spChg chg="mod">
          <ac:chgData name="ROKIYA IBNE TANHA" userId="dea9dddb-085a-45ad-8bed-d4f82fb29add" providerId="ADAL" clId="{2A85D34E-5356-4A71-A700-C95FF5569F5A}" dt="2025-05-31T11:46:31.247" v="4" actId="207"/>
          <ac:spMkLst>
            <pc:docMk/>
            <pc:sldMk cId="3292197200" sldId="416"/>
            <ac:spMk id="2" creationId="{8EAC2E6E-4FEF-1DD1-8AF1-D7B776FDD397}"/>
          </ac:spMkLst>
        </pc:spChg>
      </pc:sldChg>
      <pc:sldChg chg="modSp mod">
        <pc:chgData name="ROKIYA IBNE TANHA" userId="dea9dddb-085a-45ad-8bed-d4f82fb29add" providerId="ADAL" clId="{2A85D34E-5356-4A71-A700-C95FF5569F5A}" dt="2025-05-31T11:47:26.168" v="9" actId="2711"/>
        <pc:sldMkLst>
          <pc:docMk/>
          <pc:sldMk cId="41843410" sldId="418"/>
        </pc:sldMkLst>
        <pc:spChg chg="mod">
          <ac:chgData name="ROKIYA IBNE TANHA" userId="dea9dddb-085a-45ad-8bed-d4f82fb29add" providerId="ADAL" clId="{2A85D34E-5356-4A71-A700-C95FF5569F5A}" dt="2025-05-31T11:46:18.523" v="1" actId="207"/>
          <ac:spMkLst>
            <pc:docMk/>
            <pc:sldMk cId="41843410" sldId="418"/>
            <ac:spMk id="2" creationId="{CE0E40E9-D1DB-AE57-C5CD-1556A3C7E60A}"/>
          </ac:spMkLst>
        </pc:spChg>
        <pc:graphicFrameChg chg="modGraphic">
          <ac:chgData name="ROKIYA IBNE TANHA" userId="dea9dddb-085a-45ad-8bed-d4f82fb29add" providerId="ADAL" clId="{2A85D34E-5356-4A71-A700-C95FF5569F5A}" dt="2025-05-31T11:47:26.168" v="9" actId="2711"/>
          <ac:graphicFrameMkLst>
            <pc:docMk/>
            <pc:sldMk cId="41843410" sldId="418"/>
            <ac:graphicFrameMk id="5" creationId="{803EF655-9C3C-7BD3-61DB-0AACF5BDCAFF}"/>
          </ac:graphicFrameMkLst>
        </pc:graphicFrameChg>
      </pc:sldChg>
      <pc:sldChg chg="modSp mod">
        <pc:chgData name="ROKIYA IBNE TANHA" userId="dea9dddb-085a-45ad-8bed-d4f82fb29add" providerId="ADAL" clId="{2A85D34E-5356-4A71-A700-C95FF5569F5A}" dt="2025-05-31T11:46:15.520" v="0" actId="207"/>
        <pc:sldMkLst>
          <pc:docMk/>
          <pc:sldMk cId="2652398153" sldId="419"/>
        </pc:sldMkLst>
        <pc:spChg chg="mod">
          <ac:chgData name="ROKIYA IBNE TANHA" userId="dea9dddb-085a-45ad-8bed-d4f82fb29add" providerId="ADAL" clId="{2A85D34E-5356-4A71-A700-C95FF5569F5A}" dt="2025-05-31T11:46:15.520" v="0" actId="207"/>
          <ac:spMkLst>
            <pc:docMk/>
            <pc:sldMk cId="2652398153" sldId="419"/>
            <ac:spMk id="2" creationId="{501A0186-B3C4-95F8-5C89-3421AAB6EE2B}"/>
          </ac:spMkLst>
        </pc:spChg>
      </pc:sldChg>
      <pc:sldChg chg="modSp mod">
        <pc:chgData name="ROKIYA IBNE TANHA" userId="dea9dddb-085a-45ad-8bed-d4f82fb29add" providerId="ADAL" clId="{2A85D34E-5356-4A71-A700-C95FF5569F5A}" dt="2025-05-31T11:46:38.973" v="5" actId="207"/>
        <pc:sldMkLst>
          <pc:docMk/>
          <pc:sldMk cId="1795147781" sldId="420"/>
        </pc:sldMkLst>
        <pc:spChg chg="mod">
          <ac:chgData name="ROKIYA IBNE TANHA" userId="dea9dddb-085a-45ad-8bed-d4f82fb29add" providerId="ADAL" clId="{2A85D34E-5356-4A71-A700-C95FF5569F5A}" dt="2025-05-31T11:46:38.973" v="5" actId="207"/>
          <ac:spMkLst>
            <pc:docMk/>
            <pc:sldMk cId="1795147781" sldId="420"/>
            <ac:spMk id="2" creationId="{D01D9115-341E-6ED0-4482-DFA66981781D}"/>
          </ac:spMkLst>
        </pc:spChg>
      </pc:sldChg>
      <pc:sldChg chg="modSp mod">
        <pc:chgData name="ROKIYA IBNE TANHA" userId="dea9dddb-085a-45ad-8bed-d4f82fb29add" providerId="ADAL" clId="{2A85D34E-5356-4A71-A700-C95FF5569F5A}" dt="2025-05-31T11:46:42.554" v="6" actId="207"/>
        <pc:sldMkLst>
          <pc:docMk/>
          <pc:sldMk cId="3564003216" sldId="421"/>
        </pc:sldMkLst>
        <pc:spChg chg="mod">
          <ac:chgData name="ROKIYA IBNE TANHA" userId="dea9dddb-085a-45ad-8bed-d4f82fb29add" providerId="ADAL" clId="{2A85D34E-5356-4A71-A700-C95FF5569F5A}" dt="2025-05-31T11:46:42.554" v="6" actId="207"/>
          <ac:spMkLst>
            <pc:docMk/>
            <pc:sldMk cId="3564003216" sldId="421"/>
            <ac:spMk id="2" creationId="{7569EB8B-3ED1-EDD6-CC7F-730A158B0726}"/>
          </ac:spMkLst>
        </pc:spChg>
      </pc:sldChg>
      <pc:sldChg chg="modSp mod">
        <pc:chgData name="ROKIYA IBNE TANHA" userId="dea9dddb-085a-45ad-8bed-d4f82fb29add" providerId="ADAL" clId="{2A85D34E-5356-4A71-A700-C95FF5569F5A}" dt="2025-05-31T11:46:45.737" v="7" actId="207"/>
        <pc:sldMkLst>
          <pc:docMk/>
          <pc:sldMk cId="1461779840" sldId="423"/>
        </pc:sldMkLst>
        <pc:spChg chg="mod">
          <ac:chgData name="ROKIYA IBNE TANHA" userId="dea9dddb-085a-45ad-8bed-d4f82fb29add" providerId="ADAL" clId="{2A85D34E-5356-4A71-A700-C95FF5569F5A}" dt="2025-05-31T11:46:45.737" v="7" actId="207"/>
          <ac:spMkLst>
            <pc:docMk/>
            <pc:sldMk cId="1461779840" sldId="423"/>
            <ac:spMk id="2" creationId="{592ABD42-DDDF-9A58-2C8E-C9C914399F8D}"/>
          </ac:spMkLst>
        </pc:spChg>
      </pc:sldChg>
      <pc:sldChg chg="modSp mod">
        <pc:chgData name="ROKIYA IBNE TANHA" userId="dea9dddb-085a-45ad-8bed-d4f82fb29add" providerId="ADAL" clId="{2A85D34E-5356-4A71-A700-C95FF5569F5A}" dt="2025-05-31T11:46:50.321" v="8" actId="207"/>
        <pc:sldMkLst>
          <pc:docMk/>
          <pc:sldMk cId="3644512236" sldId="428"/>
        </pc:sldMkLst>
        <pc:spChg chg="mod">
          <ac:chgData name="ROKIYA IBNE TANHA" userId="dea9dddb-085a-45ad-8bed-d4f82fb29add" providerId="ADAL" clId="{2A85D34E-5356-4A71-A700-C95FF5569F5A}" dt="2025-05-31T11:46:50.321" v="8" actId="207"/>
          <ac:spMkLst>
            <pc:docMk/>
            <pc:sldMk cId="3644512236" sldId="428"/>
            <ac:spMk id="2" creationId="{E8E4FDA0-6F91-9585-A9BF-3570B9FE820A}"/>
          </ac:spMkLst>
        </pc:spChg>
      </pc:sldChg>
      <pc:sldChg chg="addSp delSp modSp mod modNotesTx">
        <pc:chgData name="ROKIYA IBNE TANHA" userId="dea9dddb-085a-45ad-8bed-d4f82fb29add" providerId="ADAL" clId="{2A85D34E-5356-4A71-A700-C95FF5569F5A}" dt="2025-05-31T12:28:25.521" v="199"/>
        <pc:sldMkLst>
          <pc:docMk/>
          <pc:sldMk cId="2129995919" sldId="430"/>
        </pc:sldMkLst>
        <pc:spChg chg="mod">
          <ac:chgData name="ROKIYA IBNE TANHA" userId="dea9dddb-085a-45ad-8bed-d4f82fb29add" providerId="ADAL" clId="{2A85D34E-5356-4A71-A700-C95FF5569F5A}" dt="2025-05-31T12:13:35.862" v="195" actId="20577"/>
          <ac:spMkLst>
            <pc:docMk/>
            <pc:sldMk cId="2129995919" sldId="430"/>
            <ac:spMk id="2" creationId="{90D83F09-9605-E65F-A535-D1388696F352}"/>
          </ac:spMkLst>
        </pc:spChg>
        <pc:spChg chg="del">
          <ac:chgData name="ROKIYA IBNE TANHA" userId="dea9dddb-085a-45ad-8bed-d4f82fb29add" providerId="ADAL" clId="{2A85D34E-5356-4A71-A700-C95FF5569F5A}" dt="2025-05-31T11:53:28.493" v="76" actId="12084"/>
          <ac:spMkLst>
            <pc:docMk/>
            <pc:sldMk cId="2129995919" sldId="430"/>
            <ac:spMk id="3" creationId="{E9C2A37C-D133-4EB8-266B-BED80D1EC61E}"/>
          </ac:spMkLst>
        </pc:spChg>
        <pc:graphicFrameChg chg="add mod">
          <ac:chgData name="ROKIYA IBNE TANHA" userId="dea9dddb-085a-45ad-8bed-d4f82fb29add" providerId="ADAL" clId="{2A85D34E-5356-4A71-A700-C95FF5569F5A}" dt="2025-05-31T11:55:38.027" v="98" actId="1076"/>
          <ac:graphicFrameMkLst>
            <pc:docMk/>
            <pc:sldMk cId="2129995919" sldId="430"/>
            <ac:graphicFrameMk id="4" creationId="{5C65961A-6124-F07F-8584-8DBFAB90B4B3}"/>
          </ac:graphicFrameMkLst>
        </pc:graphicFrameChg>
      </pc:sldChg>
      <pc:sldChg chg="modSp mod modNotesTx">
        <pc:chgData name="ROKIYA IBNE TANHA" userId="dea9dddb-085a-45ad-8bed-d4f82fb29add" providerId="ADAL" clId="{2A85D34E-5356-4A71-A700-C95FF5569F5A}" dt="2025-05-31T12:28:35.989" v="200"/>
        <pc:sldMkLst>
          <pc:docMk/>
          <pc:sldMk cId="1876200150" sldId="431"/>
        </pc:sldMkLst>
        <pc:spChg chg="mod">
          <ac:chgData name="ROKIYA IBNE TANHA" userId="dea9dddb-085a-45ad-8bed-d4f82fb29add" providerId="ADAL" clId="{2A85D34E-5356-4A71-A700-C95FF5569F5A}" dt="2025-05-31T12:12:59.862" v="179" actId="113"/>
          <ac:spMkLst>
            <pc:docMk/>
            <pc:sldMk cId="1876200150" sldId="431"/>
            <ac:spMk id="2" creationId="{57C6F14E-619D-7FFE-D698-502056E7EF53}"/>
          </ac:spMkLst>
        </pc:spChg>
        <pc:graphicFrameChg chg="mod">
          <ac:chgData name="ROKIYA IBNE TANHA" userId="dea9dddb-085a-45ad-8bed-d4f82fb29add" providerId="ADAL" clId="{2A85D34E-5356-4A71-A700-C95FF5569F5A}" dt="2025-05-31T11:58:10.405" v="102"/>
          <ac:graphicFrameMkLst>
            <pc:docMk/>
            <pc:sldMk cId="1876200150" sldId="431"/>
            <ac:graphicFrameMk id="6" creationId="{E3E48CC8-10E4-13B5-9958-B65A29D4DBCF}"/>
          </ac:graphicFrameMkLst>
        </pc:graphicFrameChg>
      </pc:sldChg>
      <pc:sldChg chg="modSp mod modNotesTx">
        <pc:chgData name="ROKIYA IBNE TANHA" userId="dea9dddb-085a-45ad-8bed-d4f82fb29add" providerId="ADAL" clId="{2A85D34E-5356-4A71-A700-C95FF5569F5A}" dt="2025-05-31T12:28:48.120" v="201"/>
        <pc:sldMkLst>
          <pc:docMk/>
          <pc:sldMk cId="260092667" sldId="432"/>
        </pc:sldMkLst>
        <pc:spChg chg="mod">
          <ac:chgData name="ROKIYA IBNE TANHA" userId="dea9dddb-085a-45ad-8bed-d4f82fb29add" providerId="ADAL" clId="{2A85D34E-5356-4A71-A700-C95FF5569F5A}" dt="2025-05-31T12:15:17.637" v="198" actId="1076"/>
          <ac:spMkLst>
            <pc:docMk/>
            <pc:sldMk cId="260092667" sldId="432"/>
            <ac:spMk id="2" creationId="{9E3A44DF-0CB2-25C1-C8A4-AFC7B0C974E0}"/>
          </ac:spMkLst>
        </pc:spChg>
        <pc:graphicFrameChg chg="mod">
          <ac:chgData name="ROKIYA IBNE TANHA" userId="dea9dddb-085a-45ad-8bed-d4f82fb29add" providerId="ADAL" clId="{2A85D34E-5356-4A71-A700-C95FF5569F5A}" dt="2025-05-31T11:48:21.568" v="33" actId="1037"/>
          <ac:graphicFrameMkLst>
            <pc:docMk/>
            <pc:sldMk cId="260092667" sldId="432"/>
            <ac:graphicFrameMk id="9" creationId="{E415018B-EB1E-825A-2C24-C46D7C950816}"/>
          </ac:graphicFrameMkLst>
        </pc:graphicFrameChg>
        <pc:graphicFrameChg chg="mod">
          <ac:chgData name="ROKIYA IBNE TANHA" userId="dea9dddb-085a-45ad-8bed-d4f82fb29add" providerId="ADAL" clId="{2A85D34E-5356-4A71-A700-C95FF5569F5A}" dt="2025-05-31T11:48:37.974" v="68" actId="1035"/>
          <ac:graphicFrameMkLst>
            <pc:docMk/>
            <pc:sldMk cId="260092667" sldId="432"/>
            <ac:graphicFrameMk id="10" creationId="{DF23DF5F-E2BB-A89B-9BC8-D77254F3965C}"/>
          </ac:graphicFrameMkLst>
        </pc:graphicFrameChg>
      </pc:sldChg>
      <pc:sldChg chg="addSp delSp modSp mod modNotesTx">
        <pc:chgData name="ROKIYA IBNE TANHA" userId="dea9dddb-085a-45ad-8bed-d4f82fb29add" providerId="ADAL" clId="{2A85D34E-5356-4A71-A700-C95FF5569F5A}" dt="2025-05-31T12:29:11.221" v="203"/>
        <pc:sldMkLst>
          <pc:docMk/>
          <pc:sldMk cId="1464892768" sldId="434"/>
        </pc:sldMkLst>
        <pc:spChg chg="mod">
          <ac:chgData name="ROKIYA IBNE TANHA" userId="dea9dddb-085a-45ad-8bed-d4f82fb29add" providerId="ADAL" clId="{2A85D34E-5356-4A71-A700-C95FF5569F5A}" dt="2025-05-31T12:13:58.673" v="196" actId="404"/>
          <ac:spMkLst>
            <pc:docMk/>
            <pc:sldMk cId="1464892768" sldId="434"/>
            <ac:spMk id="2" creationId="{CDE7E173-F9D1-2E4F-6669-B196303E57F5}"/>
          </ac:spMkLst>
        </pc:spChg>
        <pc:spChg chg="add del">
          <ac:chgData name="ROKIYA IBNE TANHA" userId="dea9dddb-085a-45ad-8bed-d4f82fb29add" providerId="ADAL" clId="{2A85D34E-5356-4A71-A700-C95FF5569F5A}" dt="2025-05-31T11:51:31.909" v="72" actId="12084"/>
          <ac:spMkLst>
            <pc:docMk/>
            <pc:sldMk cId="1464892768" sldId="434"/>
            <ac:spMk id="3" creationId="{DF0BC493-BA91-C194-8FC6-EA817129BF6B}"/>
          </ac:spMkLst>
        </pc:spChg>
        <pc:graphicFrameChg chg="add mod">
          <ac:chgData name="ROKIYA IBNE TANHA" userId="dea9dddb-085a-45ad-8bed-d4f82fb29add" providerId="ADAL" clId="{2A85D34E-5356-4A71-A700-C95FF5569F5A}" dt="2025-05-31T11:51:19.152" v="71" actId="12084"/>
          <ac:graphicFrameMkLst>
            <pc:docMk/>
            <pc:sldMk cId="1464892768" sldId="434"/>
            <ac:graphicFrameMk id="4" creationId="{28EEF234-483E-9582-1E58-63DE7533D89D}"/>
          </ac:graphicFrameMkLst>
        </pc:graphicFrameChg>
        <pc:graphicFrameChg chg="add mod modGraphic">
          <ac:chgData name="ROKIYA IBNE TANHA" userId="dea9dddb-085a-45ad-8bed-d4f82fb29add" providerId="ADAL" clId="{2A85D34E-5356-4A71-A700-C95FF5569F5A}" dt="2025-05-31T11:51:58.380" v="75" actId="12269"/>
          <ac:graphicFrameMkLst>
            <pc:docMk/>
            <pc:sldMk cId="1464892768" sldId="434"/>
            <ac:graphicFrameMk id="6" creationId="{04808881-9502-04D6-7107-0D0083686876}"/>
          </ac:graphicFrameMkLst>
        </pc:graphicFrameChg>
      </pc:sldChg>
      <pc:sldChg chg="modSp mod modNotesTx">
        <pc:chgData name="ROKIYA IBNE TANHA" userId="dea9dddb-085a-45ad-8bed-d4f82fb29add" providerId="ADAL" clId="{2A85D34E-5356-4A71-A700-C95FF5569F5A}" dt="2025-05-31T12:29:00.110" v="202"/>
        <pc:sldMkLst>
          <pc:docMk/>
          <pc:sldMk cId="3161931674" sldId="436"/>
        </pc:sldMkLst>
        <pc:spChg chg="mod">
          <ac:chgData name="ROKIYA IBNE TANHA" userId="dea9dddb-085a-45ad-8bed-d4f82fb29add" providerId="ADAL" clId="{2A85D34E-5356-4A71-A700-C95FF5569F5A}" dt="2025-05-31T12:06:08.870" v="125" actId="404"/>
          <ac:spMkLst>
            <pc:docMk/>
            <pc:sldMk cId="3161931674" sldId="436"/>
            <ac:spMk id="2" creationId="{E641F7D4-0681-353C-F352-85F760ACD229}"/>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EC893E0-00F7-44DF-B536-33599947ECED}"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32C4C323-9CAE-45C4-9F9C-19CECC6F0AAA}">
      <dgm:prSet/>
      <dgm:spPr/>
      <dgm:t>
        <a:bodyPr/>
        <a:lstStyle/>
        <a:p>
          <a:r>
            <a:rPr lang="en-US" b="1" i="0" dirty="0">
              <a:latin typeface="Times New Roman" panose="02020603050405020304" pitchFamily="18" charset="0"/>
              <a:cs typeface="Times New Roman" panose="02020603050405020304" pitchFamily="18" charset="0"/>
            </a:rPr>
            <a:t>Handcrafted Feature Extraction (for ML):</a:t>
          </a:r>
          <a:endParaRPr lang="en-US" dirty="0">
            <a:latin typeface="Times New Roman" panose="02020603050405020304" pitchFamily="18" charset="0"/>
            <a:cs typeface="Times New Roman" panose="02020603050405020304" pitchFamily="18" charset="0"/>
          </a:endParaRPr>
        </a:p>
      </dgm:t>
    </dgm:pt>
    <dgm:pt modelId="{E367ED05-E7CB-46D6-87C6-E6C2A1AC77D3}" type="parTrans" cxnId="{36AAE0FA-5660-4EA8-8953-E80306D07122}">
      <dgm:prSet/>
      <dgm:spPr/>
      <dgm:t>
        <a:bodyPr/>
        <a:lstStyle/>
        <a:p>
          <a:endParaRPr lang="en-US"/>
        </a:p>
      </dgm:t>
    </dgm:pt>
    <dgm:pt modelId="{4F4C6DC3-C112-4686-864A-66FBD65D4384}" type="sibTrans" cxnId="{36AAE0FA-5660-4EA8-8953-E80306D07122}">
      <dgm:prSet/>
      <dgm:spPr/>
      <dgm:t>
        <a:bodyPr/>
        <a:lstStyle/>
        <a:p>
          <a:endParaRPr lang="en-US"/>
        </a:p>
      </dgm:t>
    </dgm:pt>
    <dgm:pt modelId="{43E8AB7E-666A-4F70-A49D-E49EDA30AD25}">
      <dgm:prSet custT="1"/>
      <dgm:spPr/>
      <dgm:t>
        <a:bodyPr/>
        <a:lstStyle/>
        <a:p>
          <a:r>
            <a:rPr lang="en-US" sz="2000" b="1" i="0" baseline="0" dirty="0">
              <a:latin typeface="Times New Roman" panose="02020603050405020304" pitchFamily="18" charset="0"/>
              <a:cs typeface="Times New Roman" panose="02020603050405020304" pitchFamily="18" charset="0"/>
            </a:rPr>
            <a:t>LBP</a:t>
          </a:r>
          <a:r>
            <a:rPr lang="en-US" sz="2000" b="0" i="0" baseline="0" dirty="0">
              <a:latin typeface="Times New Roman" panose="02020603050405020304" pitchFamily="18" charset="0"/>
              <a:cs typeface="Times New Roman" panose="02020603050405020304" pitchFamily="18" charset="0"/>
            </a:rPr>
            <a:t> (Local Binary Pattern): texture descriptor</a:t>
          </a:r>
          <a:endParaRPr lang="en-US" sz="2000" dirty="0">
            <a:latin typeface="Times New Roman" panose="02020603050405020304" pitchFamily="18" charset="0"/>
            <a:cs typeface="Times New Roman" panose="02020603050405020304" pitchFamily="18" charset="0"/>
          </a:endParaRPr>
        </a:p>
      </dgm:t>
    </dgm:pt>
    <dgm:pt modelId="{2FFE773C-8790-40C5-9E57-CEF078DB59C1}" type="parTrans" cxnId="{0865B3D4-9A9A-4576-9C85-1258E27F8994}">
      <dgm:prSet/>
      <dgm:spPr/>
      <dgm:t>
        <a:bodyPr/>
        <a:lstStyle/>
        <a:p>
          <a:endParaRPr lang="en-US"/>
        </a:p>
      </dgm:t>
    </dgm:pt>
    <dgm:pt modelId="{24DF0EFE-2E96-49F3-B14A-393C2F826EE7}" type="sibTrans" cxnId="{0865B3D4-9A9A-4576-9C85-1258E27F8994}">
      <dgm:prSet/>
      <dgm:spPr/>
      <dgm:t>
        <a:bodyPr/>
        <a:lstStyle/>
        <a:p>
          <a:endParaRPr lang="en-US"/>
        </a:p>
      </dgm:t>
    </dgm:pt>
    <dgm:pt modelId="{2F0FBBC1-6D52-4AFD-8AFB-3CC1C688A8EE}">
      <dgm:prSet custT="1"/>
      <dgm:spPr/>
      <dgm:t>
        <a:bodyPr/>
        <a:lstStyle/>
        <a:p>
          <a:r>
            <a:rPr lang="en-US" sz="2000" b="1" i="0" baseline="0" dirty="0">
              <a:latin typeface="Times New Roman" panose="02020603050405020304" pitchFamily="18" charset="0"/>
              <a:cs typeface="Times New Roman" panose="02020603050405020304" pitchFamily="18" charset="0"/>
            </a:rPr>
            <a:t>HOG</a:t>
          </a:r>
          <a:r>
            <a:rPr lang="en-US" sz="2000" b="0" i="0" baseline="0" dirty="0">
              <a:latin typeface="Times New Roman" panose="02020603050405020304" pitchFamily="18" charset="0"/>
              <a:cs typeface="Times New Roman" panose="02020603050405020304" pitchFamily="18" charset="0"/>
            </a:rPr>
            <a:t> (Histogram of Oriented Gradients): shape &amp; edge detection</a:t>
          </a:r>
          <a:endParaRPr lang="en-US" sz="2000" dirty="0">
            <a:latin typeface="Times New Roman" panose="02020603050405020304" pitchFamily="18" charset="0"/>
            <a:cs typeface="Times New Roman" panose="02020603050405020304" pitchFamily="18" charset="0"/>
          </a:endParaRPr>
        </a:p>
      </dgm:t>
    </dgm:pt>
    <dgm:pt modelId="{24100FB6-F1E5-472E-978C-6BEA0A27C022}" type="parTrans" cxnId="{28D76518-EA8A-4EC2-803D-0A4566EE7BF9}">
      <dgm:prSet/>
      <dgm:spPr/>
      <dgm:t>
        <a:bodyPr/>
        <a:lstStyle/>
        <a:p>
          <a:endParaRPr lang="en-US"/>
        </a:p>
      </dgm:t>
    </dgm:pt>
    <dgm:pt modelId="{8FD0DDE4-9695-43ED-B9DF-203C51D3CF5E}" type="sibTrans" cxnId="{28D76518-EA8A-4EC2-803D-0A4566EE7BF9}">
      <dgm:prSet/>
      <dgm:spPr/>
      <dgm:t>
        <a:bodyPr/>
        <a:lstStyle/>
        <a:p>
          <a:endParaRPr lang="en-US"/>
        </a:p>
      </dgm:t>
    </dgm:pt>
    <dgm:pt modelId="{AF125730-BDA9-4D9D-8030-BDFB8FEF18E8}">
      <dgm:prSet/>
      <dgm:spPr/>
      <dgm:t>
        <a:bodyPr/>
        <a:lstStyle/>
        <a:p>
          <a:r>
            <a:rPr lang="en-US" b="1" i="0" dirty="0">
              <a:latin typeface="Times New Roman" panose="02020603050405020304" pitchFamily="18" charset="0"/>
              <a:cs typeface="Times New Roman" panose="02020603050405020304" pitchFamily="18" charset="0"/>
            </a:rPr>
            <a:t>Train-Test Split:</a:t>
          </a:r>
          <a:endParaRPr lang="en-US" dirty="0">
            <a:latin typeface="Times New Roman" panose="02020603050405020304" pitchFamily="18" charset="0"/>
            <a:cs typeface="Times New Roman" panose="02020603050405020304" pitchFamily="18" charset="0"/>
          </a:endParaRPr>
        </a:p>
      </dgm:t>
    </dgm:pt>
    <dgm:pt modelId="{AAAAC24A-F929-4FCB-96DA-FCE8870ABCCD}" type="parTrans" cxnId="{8215E771-C507-4580-B8F3-54A6DDEE32A9}">
      <dgm:prSet/>
      <dgm:spPr/>
      <dgm:t>
        <a:bodyPr/>
        <a:lstStyle/>
        <a:p>
          <a:endParaRPr lang="en-US"/>
        </a:p>
      </dgm:t>
    </dgm:pt>
    <dgm:pt modelId="{DBAFE07D-17AE-4EDF-8912-061F92627969}" type="sibTrans" cxnId="{8215E771-C507-4580-B8F3-54A6DDEE32A9}">
      <dgm:prSet/>
      <dgm:spPr/>
      <dgm:t>
        <a:bodyPr/>
        <a:lstStyle/>
        <a:p>
          <a:endParaRPr lang="en-US"/>
        </a:p>
      </dgm:t>
    </dgm:pt>
    <dgm:pt modelId="{CFA6AB55-3BA8-46C9-AE83-17AF6292BB34}">
      <dgm:prSet custT="1"/>
      <dgm:spPr/>
      <dgm:t>
        <a:bodyPr/>
        <a:lstStyle/>
        <a:p>
          <a:r>
            <a:rPr lang="en-US" sz="2000" b="0" i="0" dirty="0">
              <a:latin typeface="Times New Roman" panose="02020603050405020304" pitchFamily="18" charset="0"/>
              <a:cs typeface="Times New Roman" panose="02020603050405020304" pitchFamily="18" charset="0"/>
            </a:rPr>
            <a:t>Training Set</a:t>
          </a:r>
          <a:r>
            <a:rPr lang="en-US" sz="2000" b="1" i="0" dirty="0">
              <a:latin typeface="Times New Roman" panose="02020603050405020304" pitchFamily="18" charset="0"/>
              <a:cs typeface="Times New Roman" panose="02020603050405020304" pitchFamily="18" charset="0"/>
            </a:rPr>
            <a:t>:</a:t>
          </a:r>
          <a:r>
            <a:rPr lang="en-US" sz="2000" b="0" i="0" dirty="0">
              <a:latin typeface="Times New Roman" panose="02020603050405020304" pitchFamily="18" charset="0"/>
              <a:cs typeface="Times New Roman" panose="02020603050405020304" pitchFamily="18" charset="0"/>
            </a:rPr>
            <a:t> 5712 images</a:t>
          </a:r>
          <a:endParaRPr lang="en-US" sz="2000" dirty="0">
            <a:latin typeface="Times New Roman" panose="02020603050405020304" pitchFamily="18" charset="0"/>
            <a:cs typeface="Times New Roman" panose="02020603050405020304" pitchFamily="18" charset="0"/>
          </a:endParaRPr>
        </a:p>
      </dgm:t>
    </dgm:pt>
    <dgm:pt modelId="{A7C67AB2-16C2-46AC-B337-1115B5CCEBB8}" type="parTrans" cxnId="{6C0E5F76-EC78-475F-8829-244FD95840CF}">
      <dgm:prSet/>
      <dgm:spPr/>
      <dgm:t>
        <a:bodyPr/>
        <a:lstStyle/>
        <a:p>
          <a:endParaRPr lang="en-US"/>
        </a:p>
      </dgm:t>
    </dgm:pt>
    <dgm:pt modelId="{679EBBD3-18D9-4AFE-AD57-F1B4280DA6B6}" type="sibTrans" cxnId="{6C0E5F76-EC78-475F-8829-244FD95840CF}">
      <dgm:prSet/>
      <dgm:spPr/>
      <dgm:t>
        <a:bodyPr/>
        <a:lstStyle/>
        <a:p>
          <a:endParaRPr lang="en-US"/>
        </a:p>
      </dgm:t>
    </dgm:pt>
    <dgm:pt modelId="{58830BF6-200D-4E96-93B0-9DCC690037A5}">
      <dgm:prSet custT="1"/>
      <dgm:spPr/>
      <dgm:t>
        <a:bodyPr/>
        <a:lstStyle/>
        <a:p>
          <a:r>
            <a:rPr lang="en-US" sz="2000" b="0" i="0" dirty="0">
              <a:latin typeface="Times New Roman" panose="02020603050405020304" pitchFamily="18" charset="0"/>
              <a:cs typeface="Times New Roman" panose="02020603050405020304" pitchFamily="18" charset="0"/>
            </a:rPr>
            <a:t>Testing Set</a:t>
          </a:r>
          <a:r>
            <a:rPr lang="en-US" sz="2000" b="1" i="0" dirty="0">
              <a:latin typeface="Times New Roman" panose="02020603050405020304" pitchFamily="18" charset="0"/>
              <a:cs typeface="Times New Roman" panose="02020603050405020304" pitchFamily="18" charset="0"/>
            </a:rPr>
            <a:t>:</a:t>
          </a:r>
          <a:r>
            <a:rPr lang="en-US" sz="2000" b="0" i="0" dirty="0">
              <a:latin typeface="Times New Roman" panose="02020603050405020304" pitchFamily="18" charset="0"/>
              <a:cs typeface="Times New Roman" panose="02020603050405020304" pitchFamily="18" charset="0"/>
            </a:rPr>
            <a:t> 1311 images</a:t>
          </a:r>
          <a:endParaRPr lang="en-US" sz="2000" dirty="0">
            <a:latin typeface="Times New Roman" panose="02020603050405020304" pitchFamily="18" charset="0"/>
            <a:cs typeface="Times New Roman" panose="02020603050405020304" pitchFamily="18" charset="0"/>
          </a:endParaRPr>
        </a:p>
      </dgm:t>
    </dgm:pt>
    <dgm:pt modelId="{919A7B6C-8E33-45A4-A34D-A38CC5FA826B}" type="parTrans" cxnId="{75F4CB73-3A12-4008-829C-E556822D4869}">
      <dgm:prSet/>
      <dgm:spPr/>
      <dgm:t>
        <a:bodyPr/>
        <a:lstStyle/>
        <a:p>
          <a:endParaRPr lang="en-US"/>
        </a:p>
      </dgm:t>
    </dgm:pt>
    <dgm:pt modelId="{B98AB9A8-44F8-4598-AF88-FAED402FA606}" type="sibTrans" cxnId="{75F4CB73-3A12-4008-829C-E556822D4869}">
      <dgm:prSet/>
      <dgm:spPr/>
      <dgm:t>
        <a:bodyPr/>
        <a:lstStyle/>
        <a:p>
          <a:endParaRPr lang="en-US"/>
        </a:p>
      </dgm:t>
    </dgm:pt>
    <dgm:pt modelId="{3F52A928-9C43-4500-8AC1-8E9AB2644BFF}">
      <dgm:prSet custT="1"/>
      <dgm:spPr/>
      <dgm:t>
        <a:bodyPr/>
        <a:lstStyle/>
        <a:p>
          <a:r>
            <a:rPr lang="en-US" sz="2000" b="0" i="0" dirty="0">
              <a:latin typeface="Times New Roman" panose="02020603050405020304" pitchFamily="18" charset="0"/>
              <a:cs typeface="Times New Roman" panose="02020603050405020304" pitchFamily="18" charset="0"/>
            </a:rPr>
            <a:t>A stratified sampling strategy was applied to the dataset. From the training set, </a:t>
          </a:r>
          <a:r>
            <a:rPr lang="en-US" sz="2000" b="1" i="0" dirty="0">
              <a:latin typeface="Times New Roman" panose="02020603050405020304" pitchFamily="18" charset="0"/>
              <a:cs typeface="Times New Roman" panose="02020603050405020304" pitchFamily="18" charset="0"/>
            </a:rPr>
            <a:t>70% was used for training</a:t>
          </a:r>
          <a:r>
            <a:rPr lang="en-US" sz="2000" b="0" i="0" dirty="0">
              <a:latin typeface="Times New Roman" panose="02020603050405020304" pitchFamily="18" charset="0"/>
              <a:cs typeface="Times New Roman" panose="02020603050405020304" pitchFamily="18" charset="0"/>
            </a:rPr>
            <a:t>, </a:t>
          </a:r>
          <a:r>
            <a:rPr lang="en-US" sz="2000" b="1" i="0" dirty="0">
              <a:latin typeface="Times New Roman" panose="02020603050405020304" pitchFamily="18" charset="0"/>
              <a:cs typeface="Times New Roman" panose="02020603050405020304" pitchFamily="18" charset="0"/>
            </a:rPr>
            <a:t>15% for validation</a:t>
          </a:r>
          <a:r>
            <a:rPr lang="en-US" sz="2000" b="0" i="0" dirty="0">
              <a:latin typeface="Times New Roman" panose="02020603050405020304" pitchFamily="18" charset="0"/>
              <a:cs typeface="Times New Roman" panose="02020603050405020304" pitchFamily="18" charset="0"/>
            </a:rPr>
            <a:t>, and </a:t>
          </a:r>
          <a:r>
            <a:rPr lang="en-US" sz="2000" b="1" i="0" dirty="0">
              <a:latin typeface="Times New Roman" panose="02020603050405020304" pitchFamily="18" charset="0"/>
              <a:cs typeface="Times New Roman" panose="02020603050405020304" pitchFamily="18" charset="0"/>
            </a:rPr>
            <a:t>15% for testing</a:t>
          </a:r>
          <a:r>
            <a:rPr lang="en-US" sz="2000" b="0" i="0" dirty="0">
              <a:latin typeface="Times New Roman" panose="02020603050405020304" pitchFamily="18" charset="0"/>
              <a:cs typeface="Times New Roman" panose="02020603050405020304" pitchFamily="18" charset="0"/>
            </a:rPr>
            <a:t>, ensuring label distribution is maintained across all subsets.</a:t>
          </a:r>
          <a:endParaRPr lang="en-US" sz="2000" dirty="0">
            <a:latin typeface="Times New Roman" panose="02020603050405020304" pitchFamily="18" charset="0"/>
            <a:cs typeface="Times New Roman" panose="02020603050405020304" pitchFamily="18" charset="0"/>
          </a:endParaRPr>
        </a:p>
      </dgm:t>
    </dgm:pt>
    <dgm:pt modelId="{620B2414-C69E-4DD5-A300-269D38065A9C}" type="parTrans" cxnId="{8CE6FA61-F378-44A5-984D-2735AAED74F4}">
      <dgm:prSet/>
      <dgm:spPr/>
      <dgm:t>
        <a:bodyPr/>
        <a:lstStyle/>
        <a:p>
          <a:endParaRPr lang="en-US"/>
        </a:p>
      </dgm:t>
    </dgm:pt>
    <dgm:pt modelId="{4F9E4C00-ADEC-42F8-8E34-55F12BB4949C}" type="sibTrans" cxnId="{8CE6FA61-F378-44A5-984D-2735AAED74F4}">
      <dgm:prSet/>
      <dgm:spPr/>
      <dgm:t>
        <a:bodyPr/>
        <a:lstStyle/>
        <a:p>
          <a:endParaRPr lang="en-US"/>
        </a:p>
      </dgm:t>
    </dgm:pt>
    <dgm:pt modelId="{14C24ACE-8BDC-45DC-BA5F-DA34D7D21EAD}" type="pres">
      <dgm:prSet presAssocID="{CEC893E0-00F7-44DF-B536-33599947ECED}" presName="linear" presStyleCnt="0">
        <dgm:presLayoutVars>
          <dgm:dir/>
          <dgm:animLvl val="lvl"/>
          <dgm:resizeHandles val="exact"/>
        </dgm:presLayoutVars>
      </dgm:prSet>
      <dgm:spPr/>
    </dgm:pt>
    <dgm:pt modelId="{5E993148-0DA9-4A87-9008-A723FEED0454}" type="pres">
      <dgm:prSet presAssocID="{32C4C323-9CAE-45C4-9F9C-19CECC6F0AAA}" presName="parentLin" presStyleCnt="0"/>
      <dgm:spPr/>
    </dgm:pt>
    <dgm:pt modelId="{2B8C451A-1B9F-48C4-9519-593A5AFE468E}" type="pres">
      <dgm:prSet presAssocID="{32C4C323-9CAE-45C4-9F9C-19CECC6F0AAA}" presName="parentLeftMargin" presStyleLbl="node1" presStyleIdx="0" presStyleCnt="2"/>
      <dgm:spPr/>
    </dgm:pt>
    <dgm:pt modelId="{E37B0484-62DF-4C33-B1CC-37C9C0DCB724}" type="pres">
      <dgm:prSet presAssocID="{32C4C323-9CAE-45C4-9F9C-19CECC6F0AAA}" presName="parentText" presStyleLbl="node1" presStyleIdx="0" presStyleCnt="2">
        <dgm:presLayoutVars>
          <dgm:chMax val="0"/>
          <dgm:bulletEnabled val="1"/>
        </dgm:presLayoutVars>
      </dgm:prSet>
      <dgm:spPr/>
    </dgm:pt>
    <dgm:pt modelId="{9D47FB2A-E14A-4D39-9ABC-7A69F88C9F40}" type="pres">
      <dgm:prSet presAssocID="{32C4C323-9CAE-45C4-9F9C-19CECC6F0AAA}" presName="negativeSpace" presStyleCnt="0"/>
      <dgm:spPr/>
    </dgm:pt>
    <dgm:pt modelId="{FCA060EE-B135-4C43-90F5-9A0103E65DBA}" type="pres">
      <dgm:prSet presAssocID="{32C4C323-9CAE-45C4-9F9C-19CECC6F0AAA}" presName="childText" presStyleLbl="conFgAcc1" presStyleIdx="0" presStyleCnt="2" custScaleY="112450">
        <dgm:presLayoutVars>
          <dgm:bulletEnabled val="1"/>
        </dgm:presLayoutVars>
      </dgm:prSet>
      <dgm:spPr/>
    </dgm:pt>
    <dgm:pt modelId="{A4DC9A65-C232-48B5-90F9-031C81822648}" type="pres">
      <dgm:prSet presAssocID="{4F4C6DC3-C112-4686-864A-66FBD65D4384}" presName="spaceBetweenRectangles" presStyleCnt="0"/>
      <dgm:spPr/>
    </dgm:pt>
    <dgm:pt modelId="{812A9850-794C-43B2-A1A4-FD50F122E522}" type="pres">
      <dgm:prSet presAssocID="{AF125730-BDA9-4D9D-8030-BDFB8FEF18E8}" presName="parentLin" presStyleCnt="0"/>
      <dgm:spPr/>
    </dgm:pt>
    <dgm:pt modelId="{C0C54216-D948-4827-9A9E-95971831B557}" type="pres">
      <dgm:prSet presAssocID="{AF125730-BDA9-4D9D-8030-BDFB8FEF18E8}" presName="parentLeftMargin" presStyleLbl="node1" presStyleIdx="0" presStyleCnt="2"/>
      <dgm:spPr/>
    </dgm:pt>
    <dgm:pt modelId="{9B755799-D81A-478C-9CBC-F0ACC86D2A57}" type="pres">
      <dgm:prSet presAssocID="{AF125730-BDA9-4D9D-8030-BDFB8FEF18E8}" presName="parentText" presStyleLbl="node1" presStyleIdx="1" presStyleCnt="2">
        <dgm:presLayoutVars>
          <dgm:chMax val="0"/>
          <dgm:bulletEnabled val="1"/>
        </dgm:presLayoutVars>
      </dgm:prSet>
      <dgm:spPr/>
    </dgm:pt>
    <dgm:pt modelId="{6D914DA9-11F8-4BC0-AF45-23DBAA134983}" type="pres">
      <dgm:prSet presAssocID="{AF125730-BDA9-4D9D-8030-BDFB8FEF18E8}" presName="negativeSpace" presStyleCnt="0"/>
      <dgm:spPr/>
    </dgm:pt>
    <dgm:pt modelId="{95D37C76-DD96-41ED-AAC0-E695F4A2C032}" type="pres">
      <dgm:prSet presAssocID="{AF125730-BDA9-4D9D-8030-BDFB8FEF18E8}" presName="childText" presStyleLbl="conFgAcc1" presStyleIdx="1" presStyleCnt="2">
        <dgm:presLayoutVars>
          <dgm:bulletEnabled val="1"/>
        </dgm:presLayoutVars>
      </dgm:prSet>
      <dgm:spPr/>
    </dgm:pt>
  </dgm:ptLst>
  <dgm:cxnLst>
    <dgm:cxn modelId="{28D76518-EA8A-4EC2-803D-0A4566EE7BF9}" srcId="{32C4C323-9CAE-45C4-9F9C-19CECC6F0AAA}" destId="{2F0FBBC1-6D52-4AFD-8AFB-3CC1C688A8EE}" srcOrd="1" destOrd="0" parTransId="{24100FB6-F1E5-472E-978C-6BEA0A27C022}" sibTransId="{8FD0DDE4-9695-43ED-B9DF-203C51D3CF5E}"/>
    <dgm:cxn modelId="{9E3FA92A-CB33-45FC-AE9D-C77248AEEE74}" type="presOf" srcId="{2F0FBBC1-6D52-4AFD-8AFB-3CC1C688A8EE}" destId="{FCA060EE-B135-4C43-90F5-9A0103E65DBA}" srcOrd="0" destOrd="1" presId="urn:microsoft.com/office/officeart/2005/8/layout/list1"/>
    <dgm:cxn modelId="{8106AB2F-092E-40AD-ACCF-E88313351D6D}" type="presOf" srcId="{CEC893E0-00F7-44DF-B536-33599947ECED}" destId="{14C24ACE-8BDC-45DC-BA5F-DA34D7D21EAD}" srcOrd="0" destOrd="0" presId="urn:microsoft.com/office/officeart/2005/8/layout/list1"/>
    <dgm:cxn modelId="{8CE6FA61-F378-44A5-984D-2735AAED74F4}" srcId="{AF125730-BDA9-4D9D-8030-BDFB8FEF18E8}" destId="{3F52A928-9C43-4500-8AC1-8E9AB2644BFF}" srcOrd="2" destOrd="0" parTransId="{620B2414-C69E-4DD5-A300-269D38065A9C}" sibTransId="{4F9E4C00-ADEC-42F8-8E34-55F12BB4949C}"/>
    <dgm:cxn modelId="{74A3C270-5ED3-4743-A5D4-B2CC4AF979C2}" type="presOf" srcId="{32C4C323-9CAE-45C4-9F9C-19CECC6F0AAA}" destId="{2B8C451A-1B9F-48C4-9519-593A5AFE468E}" srcOrd="0" destOrd="0" presId="urn:microsoft.com/office/officeart/2005/8/layout/list1"/>
    <dgm:cxn modelId="{CD3A2851-95C2-4957-8256-927E4C302B18}" type="presOf" srcId="{3F52A928-9C43-4500-8AC1-8E9AB2644BFF}" destId="{95D37C76-DD96-41ED-AAC0-E695F4A2C032}" srcOrd="0" destOrd="2" presId="urn:microsoft.com/office/officeart/2005/8/layout/list1"/>
    <dgm:cxn modelId="{8215E771-C507-4580-B8F3-54A6DDEE32A9}" srcId="{CEC893E0-00F7-44DF-B536-33599947ECED}" destId="{AF125730-BDA9-4D9D-8030-BDFB8FEF18E8}" srcOrd="1" destOrd="0" parTransId="{AAAAC24A-F929-4FCB-96DA-FCE8870ABCCD}" sibTransId="{DBAFE07D-17AE-4EDF-8912-061F92627969}"/>
    <dgm:cxn modelId="{75F4CB73-3A12-4008-829C-E556822D4869}" srcId="{AF125730-BDA9-4D9D-8030-BDFB8FEF18E8}" destId="{58830BF6-200D-4E96-93B0-9DCC690037A5}" srcOrd="1" destOrd="0" parTransId="{919A7B6C-8E33-45A4-A34D-A38CC5FA826B}" sibTransId="{B98AB9A8-44F8-4598-AF88-FAED402FA606}"/>
    <dgm:cxn modelId="{6C0E5F76-EC78-475F-8829-244FD95840CF}" srcId="{AF125730-BDA9-4D9D-8030-BDFB8FEF18E8}" destId="{CFA6AB55-3BA8-46C9-AE83-17AF6292BB34}" srcOrd="0" destOrd="0" parTransId="{A7C67AB2-16C2-46AC-B337-1115B5CCEBB8}" sibTransId="{679EBBD3-18D9-4AFE-AD57-F1B4280DA6B6}"/>
    <dgm:cxn modelId="{8A81AC87-5C60-4165-878C-6D9AFFEAD7CE}" type="presOf" srcId="{58830BF6-200D-4E96-93B0-9DCC690037A5}" destId="{95D37C76-DD96-41ED-AAC0-E695F4A2C032}" srcOrd="0" destOrd="1" presId="urn:microsoft.com/office/officeart/2005/8/layout/list1"/>
    <dgm:cxn modelId="{6C63FFBD-46FC-460E-B91A-7B7FAA5F86AE}" type="presOf" srcId="{AF125730-BDA9-4D9D-8030-BDFB8FEF18E8}" destId="{9B755799-D81A-478C-9CBC-F0ACC86D2A57}" srcOrd="1" destOrd="0" presId="urn:microsoft.com/office/officeart/2005/8/layout/list1"/>
    <dgm:cxn modelId="{341646C6-6284-49DD-996B-B1A44112AE00}" type="presOf" srcId="{43E8AB7E-666A-4F70-A49D-E49EDA30AD25}" destId="{FCA060EE-B135-4C43-90F5-9A0103E65DBA}" srcOrd="0" destOrd="0" presId="urn:microsoft.com/office/officeart/2005/8/layout/list1"/>
    <dgm:cxn modelId="{0865B3D4-9A9A-4576-9C85-1258E27F8994}" srcId="{32C4C323-9CAE-45C4-9F9C-19CECC6F0AAA}" destId="{43E8AB7E-666A-4F70-A49D-E49EDA30AD25}" srcOrd="0" destOrd="0" parTransId="{2FFE773C-8790-40C5-9E57-CEF078DB59C1}" sibTransId="{24DF0EFE-2E96-49F3-B14A-393C2F826EE7}"/>
    <dgm:cxn modelId="{E4B2E8DF-4C72-41F8-9214-4C8A0C295B9F}" type="presOf" srcId="{AF125730-BDA9-4D9D-8030-BDFB8FEF18E8}" destId="{C0C54216-D948-4827-9A9E-95971831B557}" srcOrd="0" destOrd="0" presId="urn:microsoft.com/office/officeart/2005/8/layout/list1"/>
    <dgm:cxn modelId="{E5F343E2-F2E2-4073-8CEB-DE89A4AF5EFB}" type="presOf" srcId="{32C4C323-9CAE-45C4-9F9C-19CECC6F0AAA}" destId="{E37B0484-62DF-4C33-B1CC-37C9C0DCB724}" srcOrd="1" destOrd="0" presId="urn:microsoft.com/office/officeart/2005/8/layout/list1"/>
    <dgm:cxn modelId="{36AAE0FA-5660-4EA8-8953-E80306D07122}" srcId="{CEC893E0-00F7-44DF-B536-33599947ECED}" destId="{32C4C323-9CAE-45C4-9F9C-19CECC6F0AAA}" srcOrd="0" destOrd="0" parTransId="{E367ED05-E7CB-46D6-87C6-E6C2A1AC77D3}" sibTransId="{4F4C6DC3-C112-4686-864A-66FBD65D4384}"/>
    <dgm:cxn modelId="{8653BCFE-A88B-498E-9D8F-0A6CD2C4306A}" type="presOf" srcId="{CFA6AB55-3BA8-46C9-AE83-17AF6292BB34}" destId="{95D37C76-DD96-41ED-AAC0-E695F4A2C032}" srcOrd="0" destOrd="0" presId="urn:microsoft.com/office/officeart/2005/8/layout/list1"/>
    <dgm:cxn modelId="{28CBFC3C-642D-4FC7-A3C7-E5B5C72A3721}" type="presParOf" srcId="{14C24ACE-8BDC-45DC-BA5F-DA34D7D21EAD}" destId="{5E993148-0DA9-4A87-9008-A723FEED0454}" srcOrd="0" destOrd="0" presId="urn:microsoft.com/office/officeart/2005/8/layout/list1"/>
    <dgm:cxn modelId="{C446A498-4C4A-4379-9FAA-FA7FFCFC357C}" type="presParOf" srcId="{5E993148-0DA9-4A87-9008-A723FEED0454}" destId="{2B8C451A-1B9F-48C4-9519-593A5AFE468E}" srcOrd="0" destOrd="0" presId="urn:microsoft.com/office/officeart/2005/8/layout/list1"/>
    <dgm:cxn modelId="{539A125B-B569-4C7C-81EB-D5911C5A2952}" type="presParOf" srcId="{5E993148-0DA9-4A87-9008-A723FEED0454}" destId="{E37B0484-62DF-4C33-B1CC-37C9C0DCB724}" srcOrd="1" destOrd="0" presId="urn:microsoft.com/office/officeart/2005/8/layout/list1"/>
    <dgm:cxn modelId="{F7436CAC-E3DB-43A8-9DF1-B1F4E137B720}" type="presParOf" srcId="{14C24ACE-8BDC-45DC-BA5F-DA34D7D21EAD}" destId="{9D47FB2A-E14A-4D39-9ABC-7A69F88C9F40}" srcOrd="1" destOrd="0" presId="urn:microsoft.com/office/officeart/2005/8/layout/list1"/>
    <dgm:cxn modelId="{2246C97F-2AA9-4A9A-961E-94BF0F4C34EA}" type="presParOf" srcId="{14C24ACE-8BDC-45DC-BA5F-DA34D7D21EAD}" destId="{FCA060EE-B135-4C43-90F5-9A0103E65DBA}" srcOrd="2" destOrd="0" presId="urn:microsoft.com/office/officeart/2005/8/layout/list1"/>
    <dgm:cxn modelId="{4FDB0E07-F90C-47F9-AAC9-3D32F31ACD00}" type="presParOf" srcId="{14C24ACE-8BDC-45DC-BA5F-DA34D7D21EAD}" destId="{A4DC9A65-C232-48B5-90F9-031C81822648}" srcOrd="3" destOrd="0" presId="urn:microsoft.com/office/officeart/2005/8/layout/list1"/>
    <dgm:cxn modelId="{5F28A26F-E0B0-46B6-A283-034E937DD477}" type="presParOf" srcId="{14C24ACE-8BDC-45DC-BA5F-DA34D7D21EAD}" destId="{812A9850-794C-43B2-A1A4-FD50F122E522}" srcOrd="4" destOrd="0" presId="urn:microsoft.com/office/officeart/2005/8/layout/list1"/>
    <dgm:cxn modelId="{393D111F-AE12-4240-B28A-8ECB4E983CE8}" type="presParOf" srcId="{812A9850-794C-43B2-A1A4-FD50F122E522}" destId="{C0C54216-D948-4827-9A9E-95971831B557}" srcOrd="0" destOrd="0" presId="urn:microsoft.com/office/officeart/2005/8/layout/list1"/>
    <dgm:cxn modelId="{250F1667-55F9-4C26-8597-ADC935C8305D}" type="presParOf" srcId="{812A9850-794C-43B2-A1A4-FD50F122E522}" destId="{9B755799-D81A-478C-9CBC-F0ACC86D2A57}" srcOrd="1" destOrd="0" presId="urn:microsoft.com/office/officeart/2005/8/layout/list1"/>
    <dgm:cxn modelId="{FC644FC6-1624-43A1-A185-5100066C1F8A}" type="presParOf" srcId="{14C24ACE-8BDC-45DC-BA5F-DA34D7D21EAD}" destId="{6D914DA9-11F8-4BC0-AF45-23DBAA134983}" srcOrd="5" destOrd="0" presId="urn:microsoft.com/office/officeart/2005/8/layout/list1"/>
    <dgm:cxn modelId="{76260835-C36C-4B30-A417-AF572FAC2160}" type="presParOf" srcId="{14C24ACE-8BDC-45DC-BA5F-DA34D7D21EAD}" destId="{95D37C76-DD96-41ED-AAC0-E695F4A2C032}"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CAEBBD2-2881-4B91-8978-718C60023A62}"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21B1E868-8AFD-4796-BFCC-170A23ACAE64}">
      <dgm:prSet/>
      <dgm:spPr/>
      <dgm:t>
        <a:bodyPr/>
        <a:lstStyle/>
        <a:p>
          <a:r>
            <a:rPr lang="en-US" b="1" i="0" dirty="0">
              <a:latin typeface="Times New Roman" panose="02020603050405020304" pitchFamily="18" charset="0"/>
              <a:cs typeface="Times New Roman" panose="02020603050405020304" pitchFamily="18" charset="0"/>
            </a:rPr>
            <a:t>Data Augmentation Techniques:</a:t>
          </a:r>
          <a:endParaRPr lang="en-US" dirty="0">
            <a:latin typeface="Times New Roman" panose="02020603050405020304" pitchFamily="18" charset="0"/>
            <a:cs typeface="Times New Roman" panose="02020603050405020304" pitchFamily="18" charset="0"/>
          </a:endParaRPr>
        </a:p>
      </dgm:t>
    </dgm:pt>
    <dgm:pt modelId="{05179ED0-5E75-4A25-96B9-322C594A3567}" type="parTrans" cxnId="{623EB282-1C32-462D-BCFD-808CE20C74D9}">
      <dgm:prSet/>
      <dgm:spPr/>
      <dgm:t>
        <a:bodyPr/>
        <a:lstStyle/>
        <a:p>
          <a:endParaRPr lang="en-US"/>
        </a:p>
      </dgm:t>
    </dgm:pt>
    <dgm:pt modelId="{EE1D6144-80FE-42C4-AC1D-6B09E2CB29FF}" type="sibTrans" cxnId="{623EB282-1C32-462D-BCFD-808CE20C74D9}">
      <dgm:prSet/>
      <dgm:spPr/>
      <dgm:t>
        <a:bodyPr/>
        <a:lstStyle/>
        <a:p>
          <a:endParaRPr lang="en-US"/>
        </a:p>
      </dgm:t>
    </dgm:pt>
    <dgm:pt modelId="{F012AAEA-BD42-4A47-9254-A0A59D2296FD}">
      <dgm:prSet custT="1"/>
      <dgm:spPr/>
      <dgm:t>
        <a:bodyPr/>
        <a:lstStyle/>
        <a:p>
          <a:r>
            <a:rPr lang="en-US" sz="2000" b="0" i="0" dirty="0">
              <a:latin typeface="Times New Roman" panose="02020603050405020304" pitchFamily="18" charset="0"/>
              <a:cs typeface="Times New Roman" panose="02020603050405020304" pitchFamily="18" charset="0"/>
            </a:rPr>
            <a:t>Random Rotation</a:t>
          </a:r>
          <a:r>
            <a:rPr lang="en-US" sz="2000" b="1" i="0" dirty="0">
              <a:latin typeface="Times New Roman" panose="02020603050405020304" pitchFamily="18" charset="0"/>
              <a:cs typeface="Times New Roman" panose="02020603050405020304" pitchFamily="18" charset="0"/>
            </a:rPr>
            <a:t>:</a:t>
          </a:r>
          <a:r>
            <a:rPr lang="en-US" sz="2000" b="0" i="0" dirty="0">
              <a:latin typeface="Times New Roman" panose="02020603050405020304" pitchFamily="18" charset="0"/>
              <a:cs typeface="Times New Roman" panose="02020603050405020304" pitchFamily="18" charset="0"/>
            </a:rPr>
            <a:t> Up to ±15°</a:t>
          </a:r>
          <a:endParaRPr lang="en-US" sz="2000" dirty="0">
            <a:latin typeface="Times New Roman" panose="02020603050405020304" pitchFamily="18" charset="0"/>
            <a:cs typeface="Times New Roman" panose="02020603050405020304" pitchFamily="18" charset="0"/>
          </a:endParaRPr>
        </a:p>
      </dgm:t>
    </dgm:pt>
    <dgm:pt modelId="{BDE40E11-1DC7-4F83-96C0-B0406CC1BACF}" type="parTrans" cxnId="{E1EB7C7F-AF71-4D02-9C83-DB1122F42E31}">
      <dgm:prSet/>
      <dgm:spPr/>
      <dgm:t>
        <a:bodyPr/>
        <a:lstStyle/>
        <a:p>
          <a:endParaRPr lang="en-US"/>
        </a:p>
      </dgm:t>
    </dgm:pt>
    <dgm:pt modelId="{C6E6AFC0-2B96-4EBE-9160-580E784BC881}" type="sibTrans" cxnId="{E1EB7C7F-AF71-4D02-9C83-DB1122F42E31}">
      <dgm:prSet/>
      <dgm:spPr/>
      <dgm:t>
        <a:bodyPr/>
        <a:lstStyle/>
        <a:p>
          <a:endParaRPr lang="en-US"/>
        </a:p>
      </dgm:t>
    </dgm:pt>
    <dgm:pt modelId="{8EAA87C5-CB2E-4463-8983-B2ACF4C7DD65}">
      <dgm:prSet custT="1"/>
      <dgm:spPr/>
      <dgm:t>
        <a:bodyPr/>
        <a:lstStyle/>
        <a:p>
          <a:r>
            <a:rPr lang="en-US" sz="2000" b="0" i="0" dirty="0">
              <a:latin typeface="Times New Roman" panose="02020603050405020304" pitchFamily="18" charset="0"/>
              <a:cs typeface="Times New Roman" panose="02020603050405020304" pitchFamily="18" charset="0"/>
            </a:rPr>
            <a:t>Horizontal and Vertical Flipping</a:t>
          </a:r>
          <a:endParaRPr lang="en-US" sz="2000" dirty="0">
            <a:latin typeface="Times New Roman" panose="02020603050405020304" pitchFamily="18" charset="0"/>
            <a:cs typeface="Times New Roman" panose="02020603050405020304" pitchFamily="18" charset="0"/>
          </a:endParaRPr>
        </a:p>
      </dgm:t>
    </dgm:pt>
    <dgm:pt modelId="{BB1581CD-72D3-4AD0-8A21-17418D0F6116}" type="parTrans" cxnId="{2591EBFA-91D2-458D-B333-E30E83725B96}">
      <dgm:prSet/>
      <dgm:spPr/>
      <dgm:t>
        <a:bodyPr/>
        <a:lstStyle/>
        <a:p>
          <a:endParaRPr lang="en-US"/>
        </a:p>
      </dgm:t>
    </dgm:pt>
    <dgm:pt modelId="{32A8C793-57E6-49B5-BD0F-6488307CC498}" type="sibTrans" cxnId="{2591EBFA-91D2-458D-B333-E30E83725B96}">
      <dgm:prSet/>
      <dgm:spPr/>
      <dgm:t>
        <a:bodyPr/>
        <a:lstStyle/>
        <a:p>
          <a:endParaRPr lang="en-US"/>
        </a:p>
      </dgm:t>
    </dgm:pt>
    <dgm:pt modelId="{543BF09D-C91F-47FB-9B34-2284F8E26996}">
      <dgm:prSet custT="1"/>
      <dgm:spPr/>
      <dgm:t>
        <a:bodyPr/>
        <a:lstStyle/>
        <a:p>
          <a:r>
            <a:rPr lang="en-US" sz="2000" b="0" i="0" dirty="0">
              <a:latin typeface="Times New Roman" panose="02020603050405020304" pitchFamily="18" charset="0"/>
              <a:cs typeface="Times New Roman" panose="02020603050405020304" pitchFamily="18" charset="0"/>
            </a:rPr>
            <a:t>Zooming</a:t>
          </a:r>
          <a:r>
            <a:rPr lang="en-US" sz="2000" b="1" i="0" dirty="0">
              <a:latin typeface="Times New Roman" panose="02020603050405020304" pitchFamily="18" charset="0"/>
              <a:cs typeface="Times New Roman" panose="02020603050405020304" pitchFamily="18" charset="0"/>
            </a:rPr>
            <a:t>:</a:t>
          </a:r>
          <a:r>
            <a:rPr lang="en-US" sz="2000" b="0" i="0" dirty="0">
              <a:latin typeface="Times New Roman" panose="02020603050405020304" pitchFamily="18" charset="0"/>
              <a:cs typeface="Times New Roman" panose="02020603050405020304" pitchFamily="18" charset="0"/>
            </a:rPr>
            <a:t> Up to 20%</a:t>
          </a:r>
          <a:endParaRPr lang="en-US" sz="2000" dirty="0">
            <a:latin typeface="Times New Roman" panose="02020603050405020304" pitchFamily="18" charset="0"/>
            <a:cs typeface="Times New Roman" panose="02020603050405020304" pitchFamily="18" charset="0"/>
          </a:endParaRPr>
        </a:p>
      </dgm:t>
    </dgm:pt>
    <dgm:pt modelId="{D60A0B15-98D3-44C2-AB33-B4EA8B9135BD}" type="parTrans" cxnId="{29BB066F-AEDF-431F-B1D8-5AC4F18B5DC4}">
      <dgm:prSet/>
      <dgm:spPr/>
      <dgm:t>
        <a:bodyPr/>
        <a:lstStyle/>
        <a:p>
          <a:endParaRPr lang="en-US"/>
        </a:p>
      </dgm:t>
    </dgm:pt>
    <dgm:pt modelId="{688314B5-411A-49F8-8645-E6C2E05510E5}" type="sibTrans" cxnId="{29BB066F-AEDF-431F-B1D8-5AC4F18B5DC4}">
      <dgm:prSet/>
      <dgm:spPr/>
      <dgm:t>
        <a:bodyPr/>
        <a:lstStyle/>
        <a:p>
          <a:endParaRPr lang="en-US"/>
        </a:p>
      </dgm:t>
    </dgm:pt>
    <dgm:pt modelId="{865D72BF-75F0-46D6-A62F-138E0D53E58C}">
      <dgm:prSet custT="1"/>
      <dgm:spPr/>
      <dgm:t>
        <a:bodyPr/>
        <a:lstStyle/>
        <a:p>
          <a:r>
            <a:rPr lang="en-US" sz="2000" b="0" i="0" dirty="0">
              <a:latin typeface="Times New Roman" panose="02020603050405020304" pitchFamily="18" charset="0"/>
              <a:cs typeface="Times New Roman" panose="02020603050405020304" pitchFamily="18" charset="0"/>
            </a:rPr>
            <a:t>Translation</a:t>
          </a:r>
          <a:r>
            <a:rPr lang="en-US" sz="2000" b="1" i="0" dirty="0">
              <a:latin typeface="Times New Roman" panose="02020603050405020304" pitchFamily="18" charset="0"/>
              <a:cs typeface="Times New Roman" panose="02020603050405020304" pitchFamily="18" charset="0"/>
            </a:rPr>
            <a:t>:</a:t>
          </a:r>
          <a:r>
            <a:rPr lang="en-US" sz="2000" b="0" i="0" dirty="0">
              <a:latin typeface="Times New Roman" panose="02020603050405020304" pitchFamily="18" charset="0"/>
              <a:cs typeface="Times New Roman" panose="02020603050405020304" pitchFamily="18" charset="0"/>
            </a:rPr>
            <a:t> Up to 10% in both horizontal and vertical directions</a:t>
          </a:r>
          <a:endParaRPr lang="en-US" sz="2000" dirty="0">
            <a:latin typeface="Times New Roman" panose="02020603050405020304" pitchFamily="18" charset="0"/>
            <a:cs typeface="Times New Roman" panose="02020603050405020304" pitchFamily="18" charset="0"/>
          </a:endParaRPr>
        </a:p>
      </dgm:t>
    </dgm:pt>
    <dgm:pt modelId="{E1B24550-BB79-4B22-BCBD-F7759325E62F}" type="parTrans" cxnId="{39B8C0D5-D1C3-45CD-ABCE-211031DDBEA7}">
      <dgm:prSet/>
      <dgm:spPr/>
      <dgm:t>
        <a:bodyPr/>
        <a:lstStyle/>
        <a:p>
          <a:endParaRPr lang="en-US"/>
        </a:p>
      </dgm:t>
    </dgm:pt>
    <dgm:pt modelId="{EDF384AD-2CA2-46A7-9C81-E0E1F476B5AE}" type="sibTrans" cxnId="{39B8C0D5-D1C3-45CD-ABCE-211031DDBEA7}">
      <dgm:prSet/>
      <dgm:spPr/>
      <dgm:t>
        <a:bodyPr/>
        <a:lstStyle/>
        <a:p>
          <a:endParaRPr lang="en-US"/>
        </a:p>
      </dgm:t>
    </dgm:pt>
    <dgm:pt modelId="{CE4B4BE6-A319-4AA1-A392-EF8D357B7990}">
      <dgm:prSet custT="1"/>
      <dgm:spPr/>
      <dgm:t>
        <a:bodyPr/>
        <a:lstStyle/>
        <a:p>
          <a:r>
            <a:rPr lang="en-US" sz="2000" b="0" i="0" dirty="0">
              <a:latin typeface="Times New Roman" panose="02020603050405020304" pitchFamily="18" charset="0"/>
              <a:cs typeface="Times New Roman" panose="02020603050405020304" pitchFamily="18" charset="0"/>
            </a:rPr>
            <a:t>To enhance model generalization and reduce overfitting, various data augmentation strategies were employed during training. These include:</a:t>
          </a:r>
          <a:endParaRPr lang="en-US" sz="2000" dirty="0">
            <a:latin typeface="Times New Roman" panose="02020603050405020304" pitchFamily="18" charset="0"/>
            <a:cs typeface="Times New Roman" panose="02020603050405020304" pitchFamily="18" charset="0"/>
          </a:endParaRPr>
        </a:p>
      </dgm:t>
    </dgm:pt>
    <dgm:pt modelId="{66880508-BC35-4EE9-87F5-CF4C0A7BB5CD}" type="sibTrans" cxnId="{2F583503-20D4-402A-B770-FB8D6F785752}">
      <dgm:prSet/>
      <dgm:spPr/>
      <dgm:t>
        <a:bodyPr/>
        <a:lstStyle/>
        <a:p>
          <a:endParaRPr lang="en-US"/>
        </a:p>
      </dgm:t>
    </dgm:pt>
    <dgm:pt modelId="{BE2E9CE2-51D7-4640-A7DF-4E86097CDCAA}" type="parTrans" cxnId="{2F583503-20D4-402A-B770-FB8D6F785752}">
      <dgm:prSet/>
      <dgm:spPr/>
      <dgm:t>
        <a:bodyPr/>
        <a:lstStyle/>
        <a:p>
          <a:endParaRPr lang="en-US"/>
        </a:p>
      </dgm:t>
    </dgm:pt>
    <dgm:pt modelId="{A763AC73-9974-435D-B9DD-7AE7E0611ABD}" type="pres">
      <dgm:prSet presAssocID="{6CAEBBD2-2881-4B91-8978-718C60023A62}" presName="Name0" presStyleCnt="0">
        <dgm:presLayoutVars>
          <dgm:dir/>
          <dgm:animLvl val="lvl"/>
          <dgm:resizeHandles val="exact"/>
        </dgm:presLayoutVars>
      </dgm:prSet>
      <dgm:spPr/>
    </dgm:pt>
    <dgm:pt modelId="{F99CB515-E369-4452-92FE-A5883CBB259A}" type="pres">
      <dgm:prSet presAssocID="{21B1E868-8AFD-4796-BFCC-170A23ACAE64}" presName="linNode" presStyleCnt="0"/>
      <dgm:spPr/>
    </dgm:pt>
    <dgm:pt modelId="{7010C48D-91F1-414B-BEFA-EED8D7B0FD04}" type="pres">
      <dgm:prSet presAssocID="{21B1E868-8AFD-4796-BFCC-170A23ACAE64}" presName="parentText" presStyleLbl="node1" presStyleIdx="0" presStyleCnt="1" custScaleX="70389" custScaleY="90829" custLinFactNeighborX="-5907" custLinFactNeighborY="-2048">
        <dgm:presLayoutVars>
          <dgm:chMax val="1"/>
          <dgm:bulletEnabled val="1"/>
        </dgm:presLayoutVars>
      </dgm:prSet>
      <dgm:spPr/>
    </dgm:pt>
    <dgm:pt modelId="{41BC7D6F-EC1A-43BD-B4A3-CF5CDCDF7E9A}" type="pres">
      <dgm:prSet presAssocID="{21B1E868-8AFD-4796-BFCC-170A23ACAE64}" presName="descendantText" presStyleLbl="alignAccFollowNode1" presStyleIdx="0" presStyleCnt="1" custScaleX="116952" custScaleY="92485" custLinFactNeighborX="-126" custLinFactNeighborY="-3129">
        <dgm:presLayoutVars>
          <dgm:bulletEnabled val="1"/>
        </dgm:presLayoutVars>
      </dgm:prSet>
      <dgm:spPr/>
    </dgm:pt>
  </dgm:ptLst>
  <dgm:cxnLst>
    <dgm:cxn modelId="{2F583503-20D4-402A-B770-FB8D6F785752}" srcId="{21B1E868-8AFD-4796-BFCC-170A23ACAE64}" destId="{CE4B4BE6-A319-4AA1-A392-EF8D357B7990}" srcOrd="0" destOrd="0" parTransId="{BE2E9CE2-51D7-4640-A7DF-4E86097CDCAA}" sibTransId="{66880508-BC35-4EE9-87F5-CF4C0A7BB5CD}"/>
    <dgm:cxn modelId="{9B6A4505-6D37-4900-93DB-E7E27D793269}" type="presOf" srcId="{8EAA87C5-CB2E-4463-8983-B2ACF4C7DD65}" destId="{41BC7D6F-EC1A-43BD-B4A3-CF5CDCDF7E9A}" srcOrd="0" destOrd="2" presId="urn:microsoft.com/office/officeart/2005/8/layout/vList5"/>
    <dgm:cxn modelId="{FBE01B4E-43FB-45B7-81B4-194D8EA27A65}" type="presOf" srcId="{F012AAEA-BD42-4A47-9254-A0A59D2296FD}" destId="{41BC7D6F-EC1A-43BD-B4A3-CF5CDCDF7E9A}" srcOrd="0" destOrd="1" presId="urn:microsoft.com/office/officeart/2005/8/layout/vList5"/>
    <dgm:cxn modelId="{29BB066F-AEDF-431F-B1D8-5AC4F18B5DC4}" srcId="{21B1E868-8AFD-4796-BFCC-170A23ACAE64}" destId="{543BF09D-C91F-47FB-9B34-2284F8E26996}" srcOrd="3" destOrd="0" parTransId="{D60A0B15-98D3-44C2-AB33-B4EA8B9135BD}" sibTransId="{688314B5-411A-49F8-8645-E6C2E05510E5}"/>
    <dgm:cxn modelId="{A02E9178-48C8-4676-B236-7B14BAC2AA01}" type="presOf" srcId="{21B1E868-8AFD-4796-BFCC-170A23ACAE64}" destId="{7010C48D-91F1-414B-BEFA-EED8D7B0FD04}" srcOrd="0" destOrd="0" presId="urn:microsoft.com/office/officeart/2005/8/layout/vList5"/>
    <dgm:cxn modelId="{E1EB7C7F-AF71-4D02-9C83-DB1122F42E31}" srcId="{21B1E868-8AFD-4796-BFCC-170A23ACAE64}" destId="{F012AAEA-BD42-4A47-9254-A0A59D2296FD}" srcOrd="1" destOrd="0" parTransId="{BDE40E11-1DC7-4F83-96C0-B0406CC1BACF}" sibTransId="{C6E6AFC0-2B96-4EBE-9160-580E784BC881}"/>
    <dgm:cxn modelId="{4E966482-6A8F-435E-B964-3DC06CB1F9D5}" type="presOf" srcId="{6CAEBBD2-2881-4B91-8978-718C60023A62}" destId="{A763AC73-9974-435D-B9DD-7AE7E0611ABD}" srcOrd="0" destOrd="0" presId="urn:microsoft.com/office/officeart/2005/8/layout/vList5"/>
    <dgm:cxn modelId="{623EB282-1C32-462D-BCFD-808CE20C74D9}" srcId="{6CAEBBD2-2881-4B91-8978-718C60023A62}" destId="{21B1E868-8AFD-4796-BFCC-170A23ACAE64}" srcOrd="0" destOrd="0" parTransId="{05179ED0-5E75-4A25-96B9-322C594A3567}" sibTransId="{EE1D6144-80FE-42C4-AC1D-6B09E2CB29FF}"/>
    <dgm:cxn modelId="{777A6090-B108-489C-B87B-F350FA59067F}" type="presOf" srcId="{543BF09D-C91F-47FB-9B34-2284F8E26996}" destId="{41BC7D6F-EC1A-43BD-B4A3-CF5CDCDF7E9A}" srcOrd="0" destOrd="3" presId="urn:microsoft.com/office/officeart/2005/8/layout/vList5"/>
    <dgm:cxn modelId="{2FDE8AB3-EEA6-4E90-873A-2D4D82C38CDF}" type="presOf" srcId="{865D72BF-75F0-46D6-A62F-138E0D53E58C}" destId="{41BC7D6F-EC1A-43BD-B4A3-CF5CDCDF7E9A}" srcOrd="0" destOrd="4" presId="urn:microsoft.com/office/officeart/2005/8/layout/vList5"/>
    <dgm:cxn modelId="{39B8C0D5-D1C3-45CD-ABCE-211031DDBEA7}" srcId="{21B1E868-8AFD-4796-BFCC-170A23ACAE64}" destId="{865D72BF-75F0-46D6-A62F-138E0D53E58C}" srcOrd="4" destOrd="0" parTransId="{E1B24550-BB79-4B22-BCBD-F7759325E62F}" sibTransId="{EDF384AD-2CA2-46A7-9C81-E0E1F476B5AE}"/>
    <dgm:cxn modelId="{964FDDF4-61F7-42F4-8DBA-10A309D10337}" type="presOf" srcId="{CE4B4BE6-A319-4AA1-A392-EF8D357B7990}" destId="{41BC7D6F-EC1A-43BD-B4A3-CF5CDCDF7E9A}" srcOrd="0" destOrd="0" presId="urn:microsoft.com/office/officeart/2005/8/layout/vList5"/>
    <dgm:cxn modelId="{2591EBFA-91D2-458D-B333-E30E83725B96}" srcId="{21B1E868-8AFD-4796-BFCC-170A23ACAE64}" destId="{8EAA87C5-CB2E-4463-8983-B2ACF4C7DD65}" srcOrd="2" destOrd="0" parTransId="{BB1581CD-72D3-4AD0-8A21-17418D0F6116}" sibTransId="{32A8C793-57E6-49B5-BD0F-6488307CC498}"/>
    <dgm:cxn modelId="{42652F08-CAF9-49DB-9B4C-8909F4B911F6}" type="presParOf" srcId="{A763AC73-9974-435D-B9DD-7AE7E0611ABD}" destId="{F99CB515-E369-4452-92FE-A5883CBB259A}" srcOrd="0" destOrd="0" presId="urn:microsoft.com/office/officeart/2005/8/layout/vList5"/>
    <dgm:cxn modelId="{38607A76-FF01-4145-A15E-EDE0D99CCADC}" type="presParOf" srcId="{F99CB515-E369-4452-92FE-A5883CBB259A}" destId="{7010C48D-91F1-414B-BEFA-EED8D7B0FD04}" srcOrd="0" destOrd="0" presId="urn:microsoft.com/office/officeart/2005/8/layout/vList5"/>
    <dgm:cxn modelId="{D0C3BF1F-D2A9-4A6C-8CA6-0D4515210C35}" type="presParOf" srcId="{F99CB515-E369-4452-92FE-A5883CBB259A}" destId="{41BC7D6F-EC1A-43BD-B4A3-CF5CDCDF7E9A}"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75B5FC9-E7AA-4530-A2F2-9AAE2598F8DF}"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US"/>
        </a:p>
      </dgm:t>
    </dgm:pt>
    <dgm:pt modelId="{D793ED51-FC24-4F43-A6BB-AB51E81320DA}">
      <dgm:prSet/>
      <dgm:spPr/>
      <dgm:t>
        <a:bodyPr/>
        <a:lstStyle/>
        <a:p>
          <a:r>
            <a:rPr lang="en-US" b="1" i="0" dirty="0">
              <a:latin typeface="Times New Roman" panose="02020603050405020304" pitchFamily="18" charset="0"/>
              <a:cs typeface="Times New Roman" panose="02020603050405020304" pitchFamily="18" charset="0"/>
            </a:rPr>
            <a:t>Machine Learning </a:t>
          </a:r>
          <a:endParaRPr lang="en-US" dirty="0">
            <a:latin typeface="Times New Roman" panose="02020603050405020304" pitchFamily="18" charset="0"/>
            <a:cs typeface="Times New Roman" panose="02020603050405020304" pitchFamily="18" charset="0"/>
          </a:endParaRPr>
        </a:p>
      </dgm:t>
    </dgm:pt>
    <dgm:pt modelId="{C7A94F56-35AF-42E6-A977-D60345981E2F}" type="parTrans" cxnId="{5A792982-5349-43D6-A5A9-6A1DA9540E3A}">
      <dgm:prSet/>
      <dgm:spPr/>
      <dgm:t>
        <a:bodyPr/>
        <a:lstStyle/>
        <a:p>
          <a:endParaRPr lang="en-US"/>
        </a:p>
      </dgm:t>
    </dgm:pt>
    <dgm:pt modelId="{47DD3FA9-274E-46EA-86A1-68DA0C99EB44}" type="sibTrans" cxnId="{5A792982-5349-43D6-A5A9-6A1DA9540E3A}">
      <dgm:prSet/>
      <dgm:spPr/>
      <dgm:t>
        <a:bodyPr/>
        <a:lstStyle/>
        <a:p>
          <a:endParaRPr lang="en-US"/>
        </a:p>
      </dgm:t>
    </dgm:pt>
    <dgm:pt modelId="{655819FA-7C34-47AD-8C0A-F60A71E16189}">
      <dgm:prSet custT="1"/>
      <dgm:spPr/>
      <dgm:t>
        <a:bodyPr/>
        <a:lstStyle/>
        <a:p>
          <a:r>
            <a:rPr lang="en-US" sz="1800" b="0" i="0" dirty="0">
              <a:latin typeface="Times New Roman" panose="02020603050405020304" pitchFamily="18" charset="0"/>
              <a:cs typeface="Times New Roman" panose="02020603050405020304" pitchFamily="18" charset="0"/>
            </a:rPr>
            <a:t>SVM (RBF kernel): Max-margin classifier</a:t>
          </a:r>
          <a:endParaRPr lang="en-US" sz="1800" dirty="0">
            <a:latin typeface="Times New Roman" panose="02020603050405020304" pitchFamily="18" charset="0"/>
            <a:cs typeface="Times New Roman" panose="02020603050405020304" pitchFamily="18" charset="0"/>
          </a:endParaRPr>
        </a:p>
      </dgm:t>
    </dgm:pt>
    <dgm:pt modelId="{0A20DFB2-71E4-42C3-A630-33C3EE8DB840}" type="parTrans" cxnId="{04178935-7922-421B-8323-BFCCBA24CA32}">
      <dgm:prSet/>
      <dgm:spPr/>
      <dgm:t>
        <a:bodyPr/>
        <a:lstStyle/>
        <a:p>
          <a:endParaRPr lang="en-US"/>
        </a:p>
      </dgm:t>
    </dgm:pt>
    <dgm:pt modelId="{D8110437-49BF-4DF1-A4E4-13E9E44BF5D8}" type="sibTrans" cxnId="{04178935-7922-421B-8323-BFCCBA24CA32}">
      <dgm:prSet/>
      <dgm:spPr/>
      <dgm:t>
        <a:bodyPr/>
        <a:lstStyle/>
        <a:p>
          <a:endParaRPr lang="en-US"/>
        </a:p>
      </dgm:t>
    </dgm:pt>
    <dgm:pt modelId="{3049DFBC-77A7-4E34-90B4-7CFF7856041E}">
      <dgm:prSet custT="1"/>
      <dgm:spPr/>
      <dgm:t>
        <a:bodyPr/>
        <a:lstStyle/>
        <a:p>
          <a:r>
            <a:rPr lang="en-US" sz="1800" b="0" i="0" dirty="0">
              <a:latin typeface="Times New Roman" panose="02020603050405020304" pitchFamily="18" charset="0"/>
              <a:cs typeface="Times New Roman" panose="02020603050405020304" pitchFamily="18" charset="0"/>
            </a:rPr>
            <a:t>Random Forest: Ensemble of decision trees</a:t>
          </a:r>
          <a:endParaRPr lang="en-US" sz="1800" dirty="0">
            <a:latin typeface="Times New Roman" panose="02020603050405020304" pitchFamily="18" charset="0"/>
            <a:cs typeface="Times New Roman" panose="02020603050405020304" pitchFamily="18" charset="0"/>
          </a:endParaRPr>
        </a:p>
      </dgm:t>
    </dgm:pt>
    <dgm:pt modelId="{21A0E2FF-513C-4913-B283-453CD15A0DAB}" type="parTrans" cxnId="{BE1590AE-225E-4B75-8D09-DD071B119173}">
      <dgm:prSet/>
      <dgm:spPr/>
      <dgm:t>
        <a:bodyPr/>
        <a:lstStyle/>
        <a:p>
          <a:endParaRPr lang="en-US"/>
        </a:p>
      </dgm:t>
    </dgm:pt>
    <dgm:pt modelId="{6A771812-75D9-4780-B444-C0A0196915FC}" type="sibTrans" cxnId="{BE1590AE-225E-4B75-8D09-DD071B119173}">
      <dgm:prSet/>
      <dgm:spPr/>
      <dgm:t>
        <a:bodyPr/>
        <a:lstStyle/>
        <a:p>
          <a:endParaRPr lang="en-US"/>
        </a:p>
      </dgm:t>
    </dgm:pt>
    <dgm:pt modelId="{160A0DCD-C519-4E3C-8D44-A667394DDB49}">
      <dgm:prSet custT="1"/>
      <dgm:spPr/>
      <dgm:t>
        <a:bodyPr/>
        <a:lstStyle/>
        <a:p>
          <a:r>
            <a:rPr lang="en-US" sz="1800" b="0" i="0" dirty="0">
              <a:latin typeface="Times New Roman" panose="02020603050405020304" pitchFamily="18" charset="0"/>
              <a:cs typeface="Times New Roman" panose="02020603050405020304" pitchFamily="18" charset="0"/>
            </a:rPr>
            <a:t>K-Nearest Neighbors: Based on closest training examples</a:t>
          </a:r>
          <a:endParaRPr lang="en-US" sz="1800" dirty="0">
            <a:latin typeface="Times New Roman" panose="02020603050405020304" pitchFamily="18" charset="0"/>
            <a:cs typeface="Times New Roman" panose="02020603050405020304" pitchFamily="18" charset="0"/>
          </a:endParaRPr>
        </a:p>
      </dgm:t>
    </dgm:pt>
    <dgm:pt modelId="{626BA163-5BF5-4463-8382-C2CA40770A8F}" type="parTrans" cxnId="{9453B717-F53A-4412-82EA-2480F7371F29}">
      <dgm:prSet/>
      <dgm:spPr/>
      <dgm:t>
        <a:bodyPr/>
        <a:lstStyle/>
        <a:p>
          <a:endParaRPr lang="en-US"/>
        </a:p>
      </dgm:t>
    </dgm:pt>
    <dgm:pt modelId="{F45DDD4C-7147-4EA3-B993-D3939F0E8A35}" type="sibTrans" cxnId="{9453B717-F53A-4412-82EA-2480F7371F29}">
      <dgm:prSet/>
      <dgm:spPr/>
      <dgm:t>
        <a:bodyPr/>
        <a:lstStyle/>
        <a:p>
          <a:endParaRPr lang="en-US"/>
        </a:p>
      </dgm:t>
    </dgm:pt>
    <dgm:pt modelId="{0EA307D9-D193-4591-8BBA-59B0300F4B88}">
      <dgm:prSet custT="1"/>
      <dgm:spPr/>
      <dgm:t>
        <a:bodyPr/>
        <a:lstStyle/>
        <a:p>
          <a:r>
            <a:rPr lang="en-US" sz="1800" b="0" i="0" dirty="0">
              <a:latin typeface="Times New Roman" panose="02020603050405020304" pitchFamily="18" charset="0"/>
              <a:cs typeface="Times New Roman" panose="02020603050405020304" pitchFamily="18" charset="0"/>
            </a:rPr>
            <a:t>Logistic Regression: Probabilistic linear classifier</a:t>
          </a:r>
          <a:endParaRPr lang="en-US" sz="1800" dirty="0">
            <a:latin typeface="Times New Roman" panose="02020603050405020304" pitchFamily="18" charset="0"/>
            <a:cs typeface="Times New Roman" panose="02020603050405020304" pitchFamily="18" charset="0"/>
          </a:endParaRPr>
        </a:p>
      </dgm:t>
    </dgm:pt>
    <dgm:pt modelId="{E8F7D5CB-A3AF-40C8-84CB-90425B91C0D3}" type="parTrans" cxnId="{8302BEF4-805A-4A2E-AFBE-356F6631A915}">
      <dgm:prSet/>
      <dgm:spPr/>
      <dgm:t>
        <a:bodyPr/>
        <a:lstStyle/>
        <a:p>
          <a:endParaRPr lang="en-US"/>
        </a:p>
      </dgm:t>
    </dgm:pt>
    <dgm:pt modelId="{643014FF-3787-4433-8070-C803ABAF037C}" type="sibTrans" cxnId="{8302BEF4-805A-4A2E-AFBE-356F6631A915}">
      <dgm:prSet/>
      <dgm:spPr/>
      <dgm:t>
        <a:bodyPr/>
        <a:lstStyle/>
        <a:p>
          <a:endParaRPr lang="en-US"/>
        </a:p>
      </dgm:t>
    </dgm:pt>
    <dgm:pt modelId="{FCD47683-FFB4-4A7B-9B5F-B5113AB7A7ED}">
      <dgm:prSet custT="1"/>
      <dgm:spPr/>
      <dgm:t>
        <a:bodyPr/>
        <a:lstStyle/>
        <a:p>
          <a:r>
            <a:rPr lang="en-US" sz="1800" b="0" i="0" dirty="0" err="1">
              <a:latin typeface="Times New Roman" panose="02020603050405020304" pitchFamily="18" charset="0"/>
              <a:cs typeface="Times New Roman" panose="02020603050405020304" pitchFamily="18" charset="0"/>
            </a:rPr>
            <a:t>XGBoost</a:t>
          </a:r>
          <a:r>
            <a:rPr lang="en-US" sz="1800" b="1" i="0" dirty="0">
              <a:latin typeface="Times New Roman" panose="02020603050405020304" pitchFamily="18" charset="0"/>
              <a:cs typeface="Times New Roman" panose="02020603050405020304" pitchFamily="18" charset="0"/>
            </a:rPr>
            <a:t>:</a:t>
          </a:r>
          <a:r>
            <a:rPr lang="en-US" sz="1800" b="0" i="0" dirty="0">
              <a:latin typeface="Times New Roman" panose="02020603050405020304" pitchFamily="18" charset="0"/>
              <a:cs typeface="Times New Roman" panose="02020603050405020304" pitchFamily="18" charset="0"/>
            </a:rPr>
            <a:t> Gradient-boosted decision tree algorithm optimized for speed and performance</a:t>
          </a:r>
          <a:br>
            <a:rPr lang="en-US" sz="1400" b="0" i="0" dirty="0">
              <a:latin typeface="Times New Roman" panose="02020603050405020304" pitchFamily="18" charset="0"/>
              <a:cs typeface="Times New Roman" panose="02020603050405020304" pitchFamily="18" charset="0"/>
            </a:rPr>
          </a:br>
          <a:endParaRPr lang="en-US" sz="1400" dirty="0">
            <a:latin typeface="Times New Roman" panose="02020603050405020304" pitchFamily="18" charset="0"/>
            <a:cs typeface="Times New Roman" panose="02020603050405020304" pitchFamily="18" charset="0"/>
          </a:endParaRPr>
        </a:p>
      </dgm:t>
    </dgm:pt>
    <dgm:pt modelId="{7807991C-899A-412D-AA4B-2170A2FC1E85}" type="parTrans" cxnId="{6FBA5A83-A588-4462-9CD4-0C61112840A4}">
      <dgm:prSet/>
      <dgm:spPr/>
      <dgm:t>
        <a:bodyPr/>
        <a:lstStyle/>
        <a:p>
          <a:endParaRPr lang="en-US"/>
        </a:p>
      </dgm:t>
    </dgm:pt>
    <dgm:pt modelId="{5684AEE8-C989-4DD0-8174-862A813479FF}" type="sibTrans" cxnId="{6FBA5A83-A588-4462-9CD4-0C61112840A4}">
      <dgm:prSet/>
      <dgm:spPr/>
      <dgm:t>
        <a:bodyPr/>
        <a:lstStyle/>
        <a:p>
          <a:endParaRPr lang="en-US"/>
        </a:p>
      </dgm:t>
    </dgm:pt>
    <dgm:pt modelId="{2862CAAF-390F-4B86-ACC5-EC1B220AA5F0}" type="pres">
      <dgm:prSet presAssocID="{375B5FC9-E7AA-4530-A2F2-9AAE2598F8DF}" presName="diagram" presStyleCnt="0">
        <dgm:presLayoutVars>
          <dgm:chPref val="1"/>
          <dgm:dir/>
          <dgm:animOne val="branch"/>
          <dgm:animLvl val="lvl"/>
          <dgm:resizeHandles/>
        </dgm:presLayoutVars>
      </dgm:prSet>
      <dgm:spPr/>
    </dgm:pt>
    <dgm:pt modelId="{F74D15E0-6AE4-40EB-9EBB-CA90BE768834}" type="pres">
      <dgm:prSet presAssocID="{D793ED51-FC24-4F43-A6BB-AB51E81320DA}" presName="root" presStyleCnt="0"/>
      <dgm:spPr/>
    </dgm:pt>
    <dgm:pt modelId="{2F4AF4C4-2C32-4FCD-9896-ABD5AE36426C}" type="pres">
      <dgm:prSet presAssocID="{D793ED51-FC24-4F43-A6BB-AB51E81320DA}" presName="rootComposite" presStyleCnt="0"/>
      <dgm:spPr/>
    </dgm:pt>
    <dgm:pt modelId="{9ED5BF08-BADE-48C9-A0D3-CD0BD4C19E97}" type="pres">
      <dgm:prSet presAssocID="{D793ED51-FC24-4F43-A6BB-AB51E81320DA}" presName="rootText" presStyleLbl="node1" presStyleIdx="0" presStyleCnt="1" custScaleX="322333" custScaleY="75478"/>
      <dgm:spPr/>
    </dgm:pt>
    <dgm:pt modelId="{A2DAC2B3-E3B1-44A5-B33C-BDD7C496062C}" type="pres">
      <dgm:prSet presAssocID="{D793ED51-FC24-4F43-A6BB-AB51E81320DA}" presName="rootConnector" presStyleLbl="node1" presStyleIdx="0" presStyleCnt="1"/>
      <dgm:spPr/>
    </dgm:pt>
    <dgm:pt modelId="{A43A49F7-E92A-418F-B0D4-606108E000CB}" type="pres">
      <dgm:prSet presAssocID="{D793ED51-FC24-4F43-A6BB-AB51E81320DA}" presName="childShape" presStyleCnt="0"/>
      <dgm:spPr/>
    </dgm:pt>
    <dgm:pt modelId="{B7CB40B3-DA74-4B16-B571-57B2EAF6BC24}" type="pres">
      <dgm:prSet presAssocID="{0A20DFB2-71E4-42C3-A630-33C3EE8DB840}" presName="Name13" presStyleLbl="parChTrans1D2" presStyleIdx="0" presStyleCnt="5" custSzX="388781"/>
      <dgm:spPr/>
    </dgm:pt>
    <dgm:pt modelId="{4979C2D6-3956-4079-ADB7-D32A5D3BA0CD}" type="pres">
      <dgm:prSet presAssocID="{655819FA-7C34-47AD-8C0A-F60A71E16189}" presName="childText" presStyleLbl="bgAcc1" presStyleIdx="0" presStyleCnt="5" custScaleX="403288">
        <dgm:presLayoutVars>
          <dgm:bulletEnabled val="1"/>
        </dgm:presLayoutVars>
      </dgm:prSet>
      <dgm:spPr/>
    </dgm:pt>
    <dgm:pt modelId="{4376F99C-D573-4AF8-AA38-922812EE8E38}" type="pres">
      <dgm:prSet presAssocID="{21A0E2FF-513C-4913-B283-453CD15A0DAB}" presName="Name13" presStyleLbl="parChTrans1D2" presStyleIdx="1" presStyleCnt="5" custSzX="388781"/>
      <dgm:spPr/>
    </dgm:pt>
    <dgm:pt modelId="{8ED6EB93-915D-4A75-9EEA-3B8B06212F9A}" type="pres">
      <dgm:prSet presAssocID="{3049DFBC-77A7-4E34-90B4-7CFF7856041E}" presName="childText" presStyleLbl="bgAcc1" presStyleIdx="1" presStyleCnt="5" custScaleX="403288">
        <dgm:presLayoutVars>
          <dgm:bulletEnabled val="1"/>
        </dgm:presLayoutVars>
      </dgm:prSet>
      <dgm:spPr/>
    </dgm:pt>
    <dgm:pt modelId="{A91F0495-EABE-420D-B9A2-EA28137A5193}" type="pres">
      <dgm:prSet presAssocID="{626BA163-5BF5-4463-8382-C2CA40770A8F}" presName="Name13" presStyleLbl="parChTrans1D2" presStyleIdx="2" presStyleCnt="5" custSzX="388781"/>
      <dgm:spPr/>
    </dgm:pt>
    <dgm:pt modelId="{68E3683F-99B5-47A5-AD72-4FF184A36002}" type="pres">
      <dgm:prSet presAssocID="{160A0DCD-C519-4E3C-8D44-A667394DDB49}" presName="childText" presStyleLbl="bgAcc1" presStyleIdx="2" presStyleCnt="5" custScaleX="403288">
        <dgm:presLayoutVars>
          <dgm:bulletEnabled val="1"/>
        </dgm:presLayoutVars>
      </dgm:prSet>
      <dgm:spPr/>
    </dgm:pt>
    <dgm:pt modelId="{8916432E-DCCE-46A3-B978-14B2650EE93F}" type="pres">
      <dgm:prSet presAssocID="{E8F7D5CB-A3AF-40C8-84CB-90425B91C0D3}" presName="Name13" presStyleLbl="parChTrans1D2" presStyleIdx="3" presStyleCnt="5" custSzX="388781"/>
      <dgm:spPr/>
    </dgm:pt>
    <dgm:pt modelId="{C5C6C937-C088-414F-AF32-524B709AD30D}" type="pres">
      <dgm:prSet presAssocID="{0EA307D9-D193-4591-8BBA-59B0300F4B88}" presName="childText" presStyleLbl="bgAcc1" presStyleIdx="3" presStyleCnt="5" custScaleX="403288">
        <dgm:presLayoutVars>
          <dgm:bulletEnabled val="1"/>
        </dgm:presLayoutVars>
      </dgm:prSet>
      <dgm:spPr/>
    </dgm:pt>
    <dgm:pt modelId="{DB9E554C-65E5-4D07-ADD5-97EB5A8CCAF3}" type="pres">
      <dgm:prSet presAssocID="{7807991C-899A-412D-AA4B-2170A2FC1E85}" presName="Name13" presStyleLbl="parChTrans1D2" presStyleIdx="4" presStyleCnt="5" custSzX="388781"/>
      <dgm:spPr/>
    </dgm:pt>
    <dgm:pt modelId="{5E983535-F1D0-49BD-B07B-557C17B00DE8}" type="pres">
      <dgm:prSet presAssocID="{FCD47683-FFB4-4A7B-9B5F-B5113AB7A7ED}" presName="childText" presStyleLbl="bgAcc1" presStyleIdx="4" presStyleCnt="5" custScaleX="403288">
        <dgm:presLayoutVars>
          <dgm:bulletEnabled val="1"/>
        </dgm:presLayoutVars>
      </dgm:prSet>
      <dgm:spPr/>
    </dgm:pt>
  </dgm:ptLst>
  <dgm:cxnLst>
    <dgm:cxn modelId="{9453B717-F53A-4412-82EA-2480F7371F29}" srcId="{D793ED51-FC24-4F43-A6BB-AB51E81320DA}" destId="{160A0DCD-C519-4E3C-8D44-A667394DDB49}" srcOrd="2" destOrd="0" parTransId="{626BA163-5BF5-4463-8382-C2CA40770A8F}" sibTransId="{F45DDD4C-7147-4EA3-B993-D3939F0E8A35}"/>
    <dgm:cxn modelId="{FCFC971B-6B0B-470D-ABE0-C1AD24AA2087}" type="presOf" srcId="{D793ED51-FC24-4F43-A6BB-AB51E81320DA}" destId="{A2DAC2B3-E3B1-44A5-B33C-BDD7C496062C}" srcOrd="1" destOrd="0" presId="urn:microsoft.com/office/officeart/2005/8/layout/hierarchy3"/>
    <dgm:cxn modelId="{12608F21-200E-4C07-9009-0D3801D8A77B}" type="presOf" srcId="{3049DFBC-77A7-4E34-90B4-7CFF7856041E}" destId="{8ED6EB93-915D-4A75-9EEA-3B8B06212F9A}" srcOrd="0" destOrd="0" presId="urn:microsoft.com/office/officeart/2005/8/layout/hierarchy3"/>
    <dgm:cxn modelId="{A3C2A128-E8C1-4CBD-8020-C04030F45059}" type="presOf" srcId="{E8F7D5CB-A3AF-40C8-84CB-90425B91C0D3}" destId="{8916432E-DCCE-46A3-B978-14B2650EE93F}" srcOrd="0" destOrd="0" presId="urn:microsoft.com/office/officeart/2005/8/layout/hierarchy3"/>
    <dgm:cxn modelId="{04178935-7922-421B-8323-BFCCBA24CA32}" srcId="{D793ED51-FC24-4F43-A6BB-AB51E81320DA}" destId="{655819FA-7C34-47AD-8C0A-F60A71E16189}" srcOrd="0" destOrd="0" parTransId="{0A20DFB2-71E4-42C3-A630-33C3EE8DB840}" sibTransId="{D8110437-49BF-4DF1-A4E4-13E9E44BF5D8}"/>
    <dgm:cxn modelId="{5A792982-5349-43D6-A5A9-6A1DA9540E3A}" srcId="{375B5FC9-E7AA-4530-A2F2-9AAE2598F8DF}" destId="{D793ED51-FC24-4F43-A6BB-AB51E81320DA}" srcOrd="0" destOrd="0" parTransId="{C7A94F56-35AF-42E6-A977-D60345981E2F}" sibTransId="{47DD3FA9-274E-46EA-86A1-68DA0C99EB44}"/>
    <dgm:cxn modelId="{6FBA5A83-A588-4462-9CD4-0C61112840A4}" srcId="{D793ED51-FC24-4F43-A6BB-AB51E81320DA}" destId="{FCD47683-FFB4-4A7B-9B5F-B5113AB7A7ED}" srcOrd="4" destOrd="0" parTransId="{7807991C-899A-412D-AA4B-2170A2FC1E85}" sibTransId="{5684AEE8-C989-4DD0-8174-862A813479FF}"/>
    <dgm:cxn modelId="{5302378A-BBBB-4CB4-9C72-D9818057EC0A}" type="presOf" srcId="{375B5FC9-E7AA-4530-A2F2-9AAE2598F8DF}" destId="{2862CAAF-390F-4B86-ACC5-EC1B220AA5F0}" srcOrd="0" destOrd="0" presId="urn:microsoft.com/office/officeart/2005/8/layout/hierarchy3"/>
    <dgm:cxn modelId="{BDABC58F-C167-41DA-B4A5-C62EED52A119}" type="presOf" srcId="{7807991C-899A-412D-AA4B-2170A2FC1E85}" destId="{DB9E554C-65E5-4D07-ADD5-97EB5A8CCAF3}" srcOrd="0" destOrd="0" presId="urn:microsoft.com/office/officeart/2005/8/layout/hierarchy3"/>
    <dgm:cxn modelId="{24612497-A456-42AF-AD4C-36D46E1AE612}" type="presOf" srcId="{626BA163-5BF5-4463-8382-C2CA40770A8F}" destId="{A91F0495-EABE-420D-B9A2-EA28137A5193}" srcOrd="0" destOrd="0" presId="urn:microsoft.com/office/officeart/2005/8/layout/hierarchy3"/>
    <dgm:cxn modelId="{2999AD98-982E-4ABD-8B49-A00C1973F7D4}" type="presOf" srcId="{D793ED51-FC24-4F43-A6BB-AB51E81320DA}" destId="{9ED5BF08-BADE-48C9-A0D3-CD0BD4C19E97}" srcOrd="0" destOrd="0" presId="urn:microsoft.com/office/officeart/2005/8/layout/hierarchy3"/>
    <dgm:cxn modelId="{4F12B59D-5F04-49B6-BF86-10969913B78D}" type="presOf" srcId="{160A0DCD-C519-4E3C-8D44-A667394DDB49}" destId="{68E3683F-99B5-47A5-AD72-4FF184A36002}" srcOrd="0" destOrd="0" presId="urn:microsoft.com/office/officeart/2005/8/layout/hierarchy3"/>
    <dgm:cxn modelId="{BE1590AE-225E-4B75-8D09-DD071B119173}" srcId="{D793ED51-FC24-4F43-A6BB-AB51E81320DA}" destId="{3049DFBC-77A7-4E34-90B4-7CFF7856041E}" srcOrd="1" destOrd="0" parTransId="{21A0E2FF-513C-4913-B283-453CD15A0DAB}" sibTransId="{6A771812-75D9-4780-B444-C0A0196915FC}"/>
    <dgm:cxn modelId="{6F52F9B7-4C8B-4FB0-B7B6-8D24316FD9C8}" type="presOf" srcId="{655819FA-7C34-47AD-8C0A-F60A71E16189}" destId="{4979C2D6-3956-4079-ADB7-D32A5D3BA0CD}" srcOrd="0" destOrd="0" presId="urn:microsoft.com/office/officeart/2005/8/layout/hierarchy3"/>
    <dgm:cxn modelId="{D97DE9C4-680C-46AD-9F21-76273A3A90A8}" type="presOf" srcId="{FCD47683-FFB4-4A7B-9B5F-B5113AB7A7ED}" destId="{5E983535-F1D0-49BD-B07B-557C17B00DE8}" srcOrd="0" destOrd="0" presId="urn:microsoft.com/office/officeart/2005/8/layout/hierarchy3"/>
    <dgm:cxn modelId="{9BE81BD1-0C74-4934-B481-ADD0E6B6AA48}" type="presOf" srcId="{21A0E2FF-513C-4913-B283-453CD15A0DAB}" destId="{4376F99C-D573-4AF8-AA38-922812EE8E38}" srcOrd="0" destOrd="0" presId="urn:microsoft.com/office/officeart/2005/8/layout/hierarchy3"/>
    <dgm:cxn modelId="{E8C061DA-BE41-4BA4-9783-B03601923CC9}" type="presOf" srcId="{0A20DFB2-71E4-42C3-A630-33C3EE8DB840}" destId="{B7CB40B3-DA74-4B16-B571-57B2EAF6BC24}" srcOrd="0" destOrd="0" presId="urn:microsoft.com/office/officeart/2005/8/layout/hierarchy3"/>
    <dgm:cxn modelId="{CFD29AE0-85B3-447E-80FC-F6F232B5213D}" type="presOf" srcId="{0EA307D9-D193-4591-8BBA-59B0300F4B88}" destId="{C5C6C937-C088-414F-AF32-524B709AD30D}" srcOrd="0" destOrd="0" presId="urn:microsoft.com/office/officeart/2005/8/layout/hierarchy3"/>
    <dgm:cxn modelId="{8302BEF4-805A-4A2E-AFBE-356F6631A915}" srcId="{D793ED51-FC24-4F43-A6BB-AB51E81320DA}" destId="{0EA307D9-D193-4591-8BBA-59B0300F4B88}" srcOrd="3" destOrd="0" parTransId="{E8F7D5CB-A3AF-40C8-84CB-90425B91C0D3}" sibTransId="{643014FF-3787-4433-8070-C803ABAF037C}"/>
    <dgm:cxn modelId="{26969385-440A-45BE-8802-42AA22D59547}" type="presParOf" srcId="{2862CAAF-390F-4B86-ACC5-EC1B220AA5F0}" destId="{F74D15E0-6AE4-40EB-9EBB-CA90BE768834}" srcOrd="0" destOrd="0" presId="urn:microsoft.com/office/officeart/2005/8/layout/hierarchy3"/>
    <dgm:cxn modelId="{6FABE1CB-18BE-4AC8-AA82-CAFB7C37D0BF}" type="presParOf" srcId="{F74D15E0-6AE4-40EB-9EBB-CA90BE768834}" destId="{2F4AF4C4-2C32-4FCD-9896-ABD5AE36426C}" srcOrd="0" destOrd="0" presId="urn:microsoft.com/office/officeart/2005/8/layout/hierarchy3"/>
    <dgm:cxn modelId="{9974C9D1-AC58-42F7-AB58-C16A0444463F}" type="presParOf" srcId="{2F4AF4C4-2C32-4FCD-9896-ABD5AE36426C}" destId="{9ED5BF08-BADE-48C9-A0D3-CD0BD4C19E97}" srcOrd="0" destOrd="0" presId="urn:microsoft.com/office/officeart/2005/8/layout/hierarchy3"/>
    <dgm:cxn modelId="{55B31366-3A00-482D-9C69-BD0CDCD138D5}" type="presParOf" srcId="{2F4AF4C4-2C32-4FCD-9896-ABD5AE36426C}" destId="{A2DAC2B3-E3B1-44A5-B33C-BDD7C496062C}" srcOrd="1" destOrd="0" presId="urn:microsoft.com/office/officeart/2005/8/layout/hierarchy3"/>
    <dgm:cxn modelId="{410195CA-29BB-4B51-95C6-516AE11580CB}" type="presParOf" srcId="{F74D15E0-6AE4-40EB-9EBB-CA90BE768834}" destId="{A43A49F7-E92A-418F-B0D4-606108E000CB}" srcOrd="1" destOrd="0" presId="urn:microsoft.com/office/officeart/2005/8/layout/hierarchy3"/>
    <dgm:cxn modelId="{255F4E56-A00B-4E89-930E-B481548C3F0F}" type="presParOf" srcId="{A43A49F7-E92A-418F-B0D4-606108E000CB}" destId="{B7CB40B3-DA74-4B16-B571-57B2EAF6BC24}" srcOrd="0" destOrd="0" presId="urn:microsoft.com/office/officeart/2005/8/layout/hierarchy3"/>
    <dgm:cxn modelId="{A8F2DE89-7659-4773-A8A2-1FA1AFEAE994}" type="presParOf" srcId="{A43A49F7-E92A-418F-B0D4-606108E000CB}" destId="{4979C2D6-3956-4079-ADB7-D32A5D3BA0CD}" srcOrd="1" destOrd="0" presId="urn:microsoft.com/office/officeart/2005/8/layout/hierarchy3"/>
    <dgm:cxn modelId="{30A6F7C2-7685-484A-9DEF-032ACE0B9779}" type="presParOf" srcId="{A43A49F7-E92A-418F-B0D4-606108E000CB}" destId="{4376F99C-D573-4AF8-AA38-922812EE8E38}" srcOrd="2" destOrd="0" presId="urn:microsoft.com/office/officeart/2005/8/layout/hierarchy3"/>
    <dgm:cxn modelId="{A5BFC156-D6F0-4CBE-9DC9-7C1F0D303449}" type="presParOf" srcId="{A43A49F7-E92A-418F-B0D4-606108E000CB}" destId="{8ED6EB93-915D-4A75-9EEA-3B8B06212F9A}" srcOrd="3" destOrd="0" presId="urn:microsoft.com/office/officeart/2005/8/layout/hierarchy3"/>
    <dgm:cxn modelId="{F0C92F4D-3AD3-4285-BF31-E7EAF7BF3194}" type="presParOf" srcId="{A43A49F7-E92A-418F-B0D4-606108E000CB}" destId="{A91F0495-EABE-420D-B9A2-EA28137A5193}" srcOrd="4" destOrd="0" presId="urn:microsoft.com/office/officeart/2005/8/layout/hierarchy3"/>
    <dgm:cxn modelId="{15E91FB9-ECB2-468C-AC2D-52FFF013B542}" type="presParOf" srcId="{A43A49F7-E92A-418F-B0D4-606108E000CB}" destId="{68E3683F-99B5-47A5-AD72-4FF184A36002}" srcOrd="5" destOrd="0" presId="urn:microsoft.com/office/officeart/2005/8/layout/hierarchy3"/>
    <dgm:cxn modelId="{B2DBA3E4-575B-4B58-A696-27227E9E7B1A}" type="presParOf" srcId="{A43A49F7-E92A-418F-B0D4-606108E000CB}" destId="{8916432E-DCCE-46A3-B978-14B2650EE93F}" srcOrd="6" destOrd="0" presId="urn:microsoft.com/office/officeart/2005/8/layout/hierarchy3"/>
    <dgm:cxn modelId="{57EE9467-EDD4-4DA1-8E5A-1762C36581F7}" type="presParOf" srcId="{A43A49F7-E92A-418F-B0D4-606108E000CB}" destId="{C5C6C937-C088-414F-AF32-524B709AD30D}" srcOrd="7" destOrd="0" presId="urn:microsoft.com/office/officeart/2005/8/layout/hierarchy3"/>
    <dgm:cxn modelId="{9B0E6D8E-49CE-42EE-BBEE-98781DA85882}" type="presParOf" srcId="{A43A49F7-E92A-418F-B0D4-606108E000CB}" destId="{DB9E554C-65E5-4D07-ADD5-97EB5A8CCAF3}" srcOrd="8" destOrd="0" presId="urn:microsoft.com/office/officeart/2005/8/layout/hierarchy3"/>
    <dgm:cxn modelId="{400DD6EA-03F8-4C60-8156-B2915E5936B1}" type="presParOf" srcId="{A43A49F7-E92A-418F-B0D4-606108E000CB}" destId="{5E983535-F1D0-49BD-B07B-557C17B00DE8}" srcOrd="9"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6BC9C2D-A838-4C45-B660-883D22678461}" type="doc">
      <dgm:prSet loTypeId="urn:microsoft.com/office/officeart/2005/8/layout/hierarchy3" loCatId="list" qsTypeId="urn:microsoft.com/office/officeart/2005/8/quickstyle/simple1" qsCatId="simple" csTypeId="urn:microsoft.com/office/officeart/2005/8/colors/accent1_2" csCatId="accent1" phldr="1"/>
      <dgm:spPr/>
      <dgm:t>
        <a:bodyPr/>
        <a:lstStyle/>
        <a:p>
          <a:endParaRPr lang="en-US"/>
        </a:p>
      </dgm:t>
    </dgm:pt>
    <dgm:pt modelId="{40185B0B-3101-45DD-A7D5-2CEE01710567}">
      <dgm:prSet/>
      <dgm:spPr/>
      <dgm:t>
        <a:bodyPr/>
        <a:lstStyle/>
        <a:p>
          <a:r>
            <a:rPr lang="en-US" b="1" i="0" dirty="0">
              <a:latin typeface="Times New Roman" panose="02020603050405020304" pitchFamily="18" charset="0"/>
              <a:cs typeface="Times New Roman" panose="02020603050405020304" pitchFamily="18" charset="0"/>
            </a:rPr>
            <a:t>Deep Learning</a:t>
          </a:r>
          <a:endParaRPr lang="en-US" dirty="0">
            <a:latin typeface="Times New Roman" panose="02020603050405020304" pitchFamily="18" charset="0"/>
            <a:cs typeface="Times New Roman" panose="02020603050405020304" pitchFamily="18" charset="0"/>
          </a:endParaRPr>
        </a:p>
      </dgm:t>
    </dgm:pt>
    <dgm:pt modelId="{F053E23A-0C76-4EDA-A5EB-D9591E121FA1}" type="parTrans" cxnId="{A1395AE5-07FA-480B-BFA7-D79C1452FC1E}">
      <dgm:prSet/>
      <dgm:spPr/>
      <dgm:t>
        <a:bodyPr/>
        <a:lstStyle/>
        <a:p>
          <a:endParaRPr lang="en-US"/>
        </a:p>
      </dgm:t>
    </dgm:pt>
    <dgm:pt modelId="{2EE45F81-CB66-4428-8792-0C218FE68079}" type="sibTrans" cxnId="{A1395AE5-07FA-480B-BFA7-D79C1452FC1E}">
      <dgm:prSet/>
      <dgm:spPr/>
      <dgm:t>
        <a:bodyPr/>
        <a:lstStyle/>
        <a:p>
          <a:endParaRPr lang="en-US"/>
        </a:p>
      </dgm:t>
    </dgm:pt>
    <dgm:pt modelId="{24825B53-8D0F-4DC3-9E79-9D826A6AFE57}">
      <dgm:prSet custT="1"/>
      <dgm:spPr/>
      <dgm:t>
        <a:bodyPr/>
        <a:lstStyle/>
        <a:p>
          <a:r>
            <a:rPr lang="en-US" sz="1800" b="0" i="0" dirty="0">
              <a:latin typeface="Times New Roman" panose="02020603050405020304" pitchFamily="18" charset="0"/>
              <a:cs typeface="Times New Roman" panose="02020603050405020304" pitchFamily="18" charset="0"/>
            </a:rPr>
            <a:t>Custom CNN: 3 Conv blocks, FC layers, </a:t>
          </a:r>
          <a:r>
            <a:rPr lang="en-US" sz="1800" b="0" i="0" dirty="0" err="1">
              <a:latin typeface="Times New Roman" panose="02020603050405020304" pitchFamily="18" charset="0"/>
              <a:cs typeface="Times New Roman" panose="02020603050405020304" pitchFamily="18" charset="0"/>
            </a:rPr>
            <a:t>Softmax</a:t>
          </a:r>
          <a:endParaRPr lang="en-US" sz="1800" dirty="0">
            <a:latin typeface="Times New Roman" panose="02020603050405020304" pitchFamily="18" charset="0"/>
            <a:cs typeface="Times New Roman" panose="02020603050405020304" pitchFamily="18" charset="0"/>
          </a:endParaRPr>
        </a:p>
      </dgm:t>
    </dgm:pt>
    <dgm:pt modelId="{5A991E0B-4C1D-46C0-842E-02D7DCD04F47}" type="parTrans" cxnId="{1C2F6529-E2EE-4576-B391-AC41DF37DDA1}">
      <dgm:prSet/>
      <dgm:spPr/>
      <dgm:t>
        <a:bodyPr/>
        <a:lstStyle/>
        <a:p>
          <a:endParaRPr lang="en-US"/>
        </a:p>
      </dgm:t>
    </dgm:pt>
    <dgm:pt modelId="{80D99835-52CF-4F17-9C8C-DB9FE717BA32}" type="sibTrans" cxnId="{1C2F6529-E2EE-4576-B391-AC41DF37DDA1}">
      <dgm:prSet/>
      <dgm:spPr/>
      <dgm:t>
        <a:bodyPr/>
        <a:lstStyle/>
        <a:p>
          <a:endParaRPr lang="en-US"/>
        </a:p>
      </dgm:t>
    </dgm:pt>
    <dgm:pt modelId="{C2CD7E8C-4887-4834-AE29-AC84719391C6}">
      <dgm:prSet custT="1"/>
      <dgm:spPr/>
      <dgm:t>
        <a:bodyPr/>
        <a:lstStyle/>
        <a:p>
          <a:r>
            <a:rPr lang="en-US" sz="1800" b="0" i="0" dirty="0">
              <a:latin typeface="Times New Roman" panose="02020603050405020304" pitchFamily="18" charset="0"/>
              <a:cs typeface="Times New Roman" panose="02020603050405020304" pitchFamily="18" charset="0"/>
            </a:rPr>
            <a:t>MobileNetV2: Transfer learning from ImageNet, Lightweight, Final classifier layers replaced for binary classification</a:t>
          </a:r>
          <a:endParaRPr lang="en-US" sz="1800" dirty="0">
            <a:latin typeface="Times New Roman" panose="02020603050405020304" pitchFamily="18" charset="0"/>
            <a:cs typeface="Times New Roman" panose="02020603050405020304" pitchFamily="18" charset="0"/>
          </a:endParaRPr>
        </a:p>
      </dgm:t>
    </dgm:pt>
    <dgm:pt modelId="{3BAC9789-15E9-4DA6-B7A1-046DC4DCFA5C}" type="parTrans" cxnId="{94C25AF3-7678-476E-BEBF-7ED5D3933D79}">
      <dgm:prSet/>
      <dgm:spPr/>
      <dgm:t>
        <a:bodyPr/>
        <a:lstStyle/>
        <a:p>
          <a:endParaRPr lang="en-US"/>
        </a:p>
      </dgm:t>
    </dgm:pt>
    <dgm:pt modelId="{9C9A856F-CC94-4391-B20F-B821923B146B}" type="sibTrans" cxnId="{94C25AF3-7678-476E-BEBF-7ED5D3933D79}">
      <dgm:prSet/>
      <dgm:spPr/>
      <dgm:t>
        <a:bodyPr/>
        <a:lstStyle/>
        <a:p>
          <a:endParaRPr lang="en-US"/>
        </a:p>
      </dgm:t>
    </dgm:pt>
    <dgm:pt modelId="{9F705E67-4615-4F59-89A5-EB1B7BBC24B9}" type="pres">
      <dgm:prSet presAssocID="{06BC9C2D-A838-4C45-B660-883D22678461}" presName="diagram" presStyleCnt="0">
        <dgm:presLayoutVars>
          <dgm:chPref val="1"/>
          <dgm:dir/>
          <dgm:animOne val="branch"/>
          <dgm:animLvl val="lvl"/>
          <dgm:resizeHandles/>
        </dgm:presLayoutVars>
      </dgm:prSet>
      <dgm:spPr/>
    </dgm:pt>
    <dgm:pt modelId="{75A68E1B-C42C-4861-9E6A-7DF0BA1A1CC5}" type="pres">
      <dgm:prSet presAssocID="{40185B0B-3101-45DD-A7D5-2CEE01710567}" presName="root" presStyleCnt="0"/>
      <dgm:spPr/>
    </dgm:pt>
    <dgm:pt modelId="{3597E8E6-77A1-4570-9520-AAB51A28A4B3}" type="pres">
      <dgm:prSet presAssocID="{40185B0B-3101-45DD-A7D5-2CEE01710567}" presName="rootComposite" presStyleCnt="0"/>
      <dgm:spPr/>
    </dgm:pt>
    <dgm:pt modelId="{1600EB74-6A5D-4982-9B01-D521F552970F}" type="pres">
      <dgm:prSet presAssocID="{40185B0B-3101-45DD-A7D5-2CEE01710567}" presName="rootText" presStyleLbl="node1" presStyleIdx="0" presStyleCnt="1" custScaleX="135796" custScaleY="32305"/>
      <dgm:spPr/>
    </dgm:pt>
    <dgm:pt modelId="{3ACEB3CE-FB5D-42BC-85FC-C62D261FF2CF}" type="pres">
      <dgm:prSet presAssocID="{40185B0B-3101-45DD-A7D5-2CEE01710567}" presName="rootConnector" presStyleLbl="node1" presStyleIdx="0" presStyleCnt="1"/>
      <dgm:spPr/>
    </dgm:pt>
    <dgm:pt modelId="{AD734944-A301-411D-8BC5-4A5CC938230E}" type="pres">
      <dgm:prSet presAssocID="{40185B0B-3101-45DD-A7D5-2CEE01710567}" presName="childShape" presStyleCnt="0"/>
      <dgm:spPr/>
    </dgm:pt>
    <dgm:pt modelId="{E719C359-1E0C-4F62-AFF3-0BC579EF5040}" type="pres">
      <dgm:prSet presAssocID="{5A991E0B-4C1D-46C0-842E-02D7DCD04F47}" presName="Name13" presStyleLbl="parChTrans1D2" presStyleIdx="0" presStyleCnt="2"/>
      <dgm:spPr/>
    </dgm:pt>
    <dgm:pt modelId="{ED90B2FC-C6FD-494B-9BA3-3D5B6C0B6C80}" type="pres">
      <dgm:prSet presAssocID="{24825B53-8D0F-4DC3-9E79-9D826A6AFE57}" presName="childText" presStyleLbl="bgAcc1" presStyleIdx="0" presStyleCnt="2" custScaleX="152102" custScaleY="52469">
        <dgm:presLayoutVars>
          <dgm:bulletEnabled val="1"/>
        </dgm:presLayoutVars>
      </dgm:prSet>
      <dgm:spPr/>
    </dgm:pt>
    <dgm:pt modelId="{08B3B21E-8C7D-463C-A8BD-22AC0D2DABE6}" type="pres">
      <dgm:prSet presAssocID="{3BAC9789-15E9-4DA6-B7A1-046DC4DCFA5C}" presName="Name13" presStyleLbl="parChTrans1D2" presStyleIdx="1" presStyleCnt="2"/>
      <dgm:spPr/>
    </dgm:pt>
    <dgm:pt modelId="{F9DE2EAB-4CB2-4FFC-8412-C19F96579BF6}" type="pres">
      <dgm:prSet presAssocID="{C2CD7E8C-4887-4834-AE29-AC84719391C6}" presName="childText" presStyleLbl="bgAcc1" presStyleIdx="1" presStyleCnt="2" custScaleX="153947" custScaleY="88701">
        <dgm:presLayoutVars>
          <dgm:bulletEnabled val="1"/>
        </dgm:presLayoutVars>
      </dgm:prSet>
      <dgm:spPr/>
    </dgm:pt>
  </dgm:ptLst>
  <dgm:cxnLst>
    <dgm:cxn modelId="{1C2F6529-E2EE-4576-B391-AC41DF37DDA1}" srcId="{40185B0B-3101-45DD-A7D5-2CEE01710567}" destId="{24825B53-8D0F-4DC3-9E79-9D826A6AFE57}" srcOrd="0" destOrd="0" parTransId="{5A991E0B-4C1D-46C0-842E-02D7DCD04F47}" sibTransId="{80D99835-52CF-4F17-9C8C-DB9FE717BA32}"/>
    <dgm:cxn modelId="{53838566-A502-4486-AE84-8D6AB3B048BF}" type="presOf" srcId="{40185B0B-3101-45DD-A7D5-2CEE01710567}" destId="{3ACEB3CE-FB5D-42BC-85FC-C62D261FF2CF}" srcOrd="1" destOrd="0" presId="urn:microsoft.com/office/officeart/2005/8/layout/hierarchy3"/>
    <dgm:cxn modelId="{2E24BB68-587C-401F-984C-FF79F4C2E466}" type="presOf" srcId="{40185B0B-3101-45DD-A7D5-2CEE01710567}" destId="{1600EB74-6A5D-4982-9B01-D521F552970F}" srcOrd="0" destOrd="0" presId="urn:microsoft.com/office/officeart/2005/8/layout/hierarchy3"/>
    <dgm:cxn modelId="{A769F773-3A94-4615-BDC9-EF96821086CB}" type="presOf" srcId="{5A991E0B-4C1D-46C0-842E-02D7DCD04F47}" destId="{E719C359-1E0C-4F62-AFF3-0BC579EF5040}" srcOrd="0" destOrd="0" presId="urn:microsoft.com/office/officeart/2005/8/layout/hierarchy3"/>
    <dgm:cxn modelId="{FC0F707E-D96D-4AE7-96EE-72A75CDF3184}" type="presOf" srcId="{06BC9C2D-A838-4C45-B660-883D22678461}" destId="{9F705E67-4615-4F59-89A5-EB1B7BBC24B9}" srcOrd="0" destOrd="0" presId="urn:microsoft.com/office/officeart/2005/8/layout/hierarchy3"/>
    <dgm:cxn modelId="{6768E797-80DA-4FB0-8359-5786B69FC929}" type="presOf" srcId="{3BAC9789-15E9-4DA6-B7A1-046DC4DCFA5C}" destId="{08B3B21E-8C7D-463C-A8BD-22AC0D2DABE6}" srcOrd="0" destOrd="0" presId="urn:microsoft.com/office/officeart/2005/8/layout/hierarchy3"/>
    <dgm:cxn modelId="{52A872AC-BB9E-4CB7-9324-306701CEEC3B}" type="presOf" srcId="{24825B53-8D0F-4DC3-9E79-9D826A6AFE57}" destId="{ED90B2FC-C6FD-494B-9BA3-3D5B6C0B6C80}" srcOrd="0" destOrd="0" presId="urn:microsoft.com/office/officeart/2005/8/layout/hierarchy3"/>
    <dgm:cxn modelId="{A1395AE5-07FA-480B-BFA7-D79C1452FC1E}" srcId="{06BC9C2D-A838-4C45-B660-883D22678461}" destId="{40185B0B-3101-45DD-A7D5-2CEE01710567}" srcOrd="0" destOrd="0" parTransId="{F053E23A-0C76-4EDA-A5EB-D9591E121FA1}" sibTransId="{2EE45F81-CB66-4428-8792-0C218FE68079}"/>
    <dgm:cxn modelId="{FB9745E9-0645-4F25-AFE9-6567E246C18E}" type="presOf" srcId="{C2CD7E8C-4887-4834-AE29-AC84719391C6}" destId="{F9DE2EAB-4CB2-4FFC-8412-C19F96579BF6}" srcOrd="0" destOrd="0" presId="urn:microsoft.com/office/officeart/2005/8/layout/hierarchy3"/>
    <dgm:cxn modelId="{94C25AF3-7678-476E-BEBF-7ED5D3933D79}" srcId="{40185B0B-3101-45DD-A7D5-2CEE01710567}" destId="{C2CD7E8C-4887-4834-AE29-AC84719391C6}" srcOrd="1" destOrd="0" parTransId="{3BAC9789-15E9-4DA6-B7A1-046DC4DCFA5C}" sibTransId="{9C9A856F-CC94-4391-B20F-B821923B146B}"/>
    <dgm:cxn modelId="{ADE62C93-F799-46F6-AE73-635630B07EE0}" type="presParOf" srcId="{9F705E67-4615-4F59-89A5-EB1B7BBC24B9}" destId="{75A68E1B-C42C-4861-9E6A-7DF0BA1A1CC5}" srcOrd="0" destOrd="0" presId="urn:microsoft.com/office/officeart/2005/8/layout/hierarchy3"/>
    <dgm:cxn modelId="{138AC28C-9622-4364-AFE4-769657852488}" type="presParOf" srcId="{75A68E1B-C42C-4861-9E6A-7DF0BA1A1CC5}" destId="{3597E8E6-77A1-4570-9520-AAB51A28A4B3}" srcOrd="0" destOrd="0" presId="urn:microsoft.com/office/officeart/2005/8/layout/hierarchy3"/>
    <dgm:cxn modelId="{F3260F4B-C363-4A9A-A251-0F2ED1581166}" type="presParOf" srcId="{3597E8E6-77A1-4570-9520-AAB51A28A4B3}" destId="{1600EB74-6A5D-4982-9B01-D521F552970F}" srcOrd="0" destOrd="0" presId="urn:microsoft.com/office/officeart/2005/8/layout/hierarchy3"/>
    <dgm:cxn modelId="{A868E039-0062-4845-9BCF-926609C370DB}" type="presParOf" srcId="{3597E8E6-77A1-4570-9520-AAB51A28A4B3}" destId="{3ACEB3CE-FB5D-42BC-85FC-C62D261FF2CF}" srcOrd="1" destOrd="0" presId="urn:microsoft.com/office/officeart/2005/8/layout/hierarchy3"/>
    <dgm:cxn modelId="{95D82063-991A-43AB-B113-B99E44B49F35}" type="presParOf" srcId="{75A68E1B-C42C-4861-9E6A-7DF0BA1A1CC5}" destId="{AD734944-A301-411D-8BC5-4A5CC938230E}" srcOrd="1" destOrd="0" presId="urn:microsoft.com/office/officeart/2005/8/layout/hierarchy3"/>
    <dgm:cxn modelId="{BFE02E7A-5B1C-42AC-AEF8-4DEB8C0145C6}" type="presParOf" srcId="{AD734944-A301-411D-8BC5-4A5CC938230E}" destId="{E719C359-1E0C-4F62-AFF3-0BC579EF5040}" srcOrd="0" destOrd="0" presId="urn:microsoft.com/office/officeart/2005/8/layout/hierarchy3"/>
    <dgm:cxn modelId="{841640E0-C05E-4B4F-9306-EBBFF32F77D8}" type="presParOf" srcId="{AD734944-A301-411D-8BC5-4A5CC938230E}" destId="{ED90B2FC-C6FD-494B-9BA3-3D5B6C0B6C80}" srcOrd="1" destOrd="0" presId="urn:microsoft.com/office/officeart/2005/8/layout/hierarchy3"/>
    <dgm:cxn modelId="{8537A447-758E-47F1-928C-3C0D9DFB035B}" type="presParOf" srcId="{AD734944-A301-411D-8BC5-4A5CC938230E}" destId="{08B3B21E-8C7D-463C-A8BD-22AC0D2DABE6}" srcOrd="2" destOrd="0" presId="urn:microsoft.com/office/officeart/2005/8/layout/hierarchy3"/>
    <dgm:cxn modelId="{E55918A1-749E-40A8-8F98-82684A52B53C}" type="presParOf" srcId="{AD734944-A301-411D-8BC5-4A5CC938230E}" destId="{F9DE2EAB-4CB2-4FFC-8412-C19F96579BF6}" srcOrd="3" destOrd="0" presId="urn:microsoft.com/office/officeart/2005/8/layout/hierarchy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789C5A3-3E32-46FE-A776-E261D26CB592}" type="doc">
      <dgm:prSet loTypeId="urn:microsoft.com/office/officeart/2005/8/layout/hProcess9" loCatId="process" qsTypeId="urn:microsoft.com/office/officeart/2005/8/quickstyle/simple1" qsCatId="simple" csTypeId="urn:microsoft.com/office/officeart/2005/8/colors/accent1_2" csCatId="accent1"/>
      <dgm:spPr/>
      <dgm:t>
        <a:bodyPr/>
        <a:lstStyle/>
        <a:p>
          <a:endParaRPr lang="en-US"/>
        </a:p>
      </dgm:t>
    </dgm:pt>
    <dgm:pt modelId="{B043ED7E-27CE-4E51-AB35-96F1EAF78EEA}">
      <dgm:prSet custT="1"/>
      <dgm:spPr/>
      <dgm:t>
        <a:bodyPr/>
        <a:lstStyle/>
        <a:p>
          <a:r>
            <a:rPr lang="en-US" sz="1800" b="0" i="0" dirty="0">
              <a:solidFill>
                <a:schemeClr val="bg1"/>
              </a:solidFill>
              <a:latin typeface="Times New Roman" panose="02020603050405020304" pitchFamily="18" charset="0"/>
              <a:cs typeface="Times New Roman" panose="02020603050405020304" pitchFamily="18" charset="0"/>
            </a:rPr>
            <a:t>Takes grayscale MRI input (224×224×1)</a:t>
          </a:r>
          <a:endParaRPr lang="en-US" sz="1800" dirty="0">
            <a:solidFill>
              <a:schemeClr val="bg1"/>
            </a:solidFill>
            <a:latin typeface="Times New Roman" panose="02020603050405020304" pitchFamily="18" charset="0"/>
            <a:cs typeface="Times New Roman" panose="02020603050405020304" pitchFamily="18" charset="0"/>
          </a:endParaRPr>
        </a:p>
      </dgm:t>
    </dgm:pt>
    <dgm:pt modelId="{36C58D7B-FD4E-45CA-96CA-B1E1AC6B1FA5}" type="parTrans" cxnId="{C07ADC21-A500-4641-890D-B2BAEE870C8E}">
      <dgm:prSet/>
      <dgm:spPr/>
      <dgm:t>
        <a:bodyPr/>
        <a:lstStyle/>
        <a:p>
          <a:endParaRPr lang="en-US"/>
        </a:p>
      </dgm:t>
    </dgm:pt>
    <dgm:pt modelId="{0F64CA35-A4BE-481A-9C5A-0797DE26BC7B}" type="sibTrans" cxnId="{C07ADC21-A500-4641-890D-B2BAEE870C8E}">
      <dgm:prSet/>
      <dgm:spPr/>
      <dgm:t>
        <a:bodyPr/>
        <a:lstStyle/>
        <a:p>
          <a:endParaRPr lang="en-US"/>
        </a:p>
      </dgm:t>
    </dgm:pt>
    <dgm:pt modelId="{99D742A3-7D4F-49FC-9B92-AC0B05EA3743}">
      <dgm:prSet custT="1"/>
      <dgm:spPr/>
      <dgm:t>
        <a:bodyPr/>
        <a:lstStyle/>
        <a:p>
          <a:r>
            <a:rPr lang="en-US" sz="1800" b="0" i="0" dirty="0">
              <a:solidFill>
                <a:schemeClr val="bg1"/>
              </a:solidFill>
              <a:latin typeface="Times New Roman" panose="02020603050405020304" pitchFamily="18" charset="0"/>
              <a:cs typeface="Times New Roman" panose="02020603050405020304" pitchFamily="18" charset="0"/>
            </a:rPr>
            <a:t>3 Conv2D layers (32→64→128 filters) with ReLU</a:t>
          </a:r>
          <a:endParaRPr lang="en-US" sz="1800" dirty="0">
            <a:solidFill>
              <a:schemeClr val="bg1"/>
            </a:solidFill>
            <a:latin typeface="Times New Roman" panose="02020603050405020304" pitchFamily="18" charset="0"/>
            <a:cs typeface="Times New Roman" panose="02020603050405020304" pitchFamily="18" charset="0"/>
          </a:endParaRPr>
        </a:p>
      </dgm:t>
    </dgm:pt>
    <dgm:pt modelId="{47A341F9-1A0C-4338-AC96-D14A9B000ABD}" type="parTrans" cxnId="{6D1874BD-9092-49E1-871E-0C409362E019}">
      <dgm:prSet/>
      <dgm:spPr/>
      <dgm:t>
        <a:bodyPr/>
        <a:lstStyle/>
        <a:p>
          <a:endParaRPr lang="en-US"/>
        </a:p>
      </dgm:t>
    </dgm:pt>
    <dgm:pt modelId="{58F2530C-9870-43E8-B900-A9F74AED6575}" type="sibTrans" cxnId="{6D1874BD-9092-49E1-871E-0C409362E019}">
      <dgm:prSet/>
      <dgm:spPr/>
      <dgm:t>
        <a:bodyPr/>
        <a:lstStyle/>
        <a:p>
          <a:endParaRPr lang="en-US"/>
        </a:p>
      </dgm:t>
    </dgm:pt>
    <dgm:pt modelId="{36A6BAE0-7B04-44EE-AA82-35429052F412}">
      <dgm:prSet custT="1"/>
      <dgm:spPr/>
      <dgm:t>
        <a:bodyPr/>
        <a:lstStyle/>
        <a:p>
          <a:r>
            <a:rPr lang="en-US" sz="1800" b="0" i="0" dirty="0" err="1">
              <a:solidFill>
                <a:schemeClr val="bg1"/>
              </a:solidFill>
              <a:latin typeface="Times New Roman" panose="02020603050405020304" pitchFamily="18" charset="0"/>
              <a:cs typeface="Times New Roman" panose="02020603050405020304" pitchFamily="18" charset="0"/>
            </a:rPr>
            <a:t>MaxPooling</a:t>
          </a:r>
          <a:r>
            <a:rPr lang="en-US" sz="1800" b="0" i="0" dirty="0">
              <a:solidFill>
                <a:schemeClr val="bg1"/>
              </a:solidFill>
              <a:latin typeface="Times New Roman" panose="02020603050405020304" pitchFamily="18" charset="0"/>
              <a:cs typeface="Times New Roman" panose="02020603050405020304" pitchFamily="18" charset="0"/>
            </a:rPr>
            <a:t> after each Conv layer</a:t>
          </a:r>
          <a:endParaRPr lang="en-US" sz="1800" dirty="0">
            <a:solidFill>
              <a:schemeClr val="bg1"/>
            </a:solidFill>
            <a:latin typeface="Times New Roman" panose="02020603050405020304" pitchFamily="18" charset="0"/>
            <a:cs typeface="Times New Roman" panose="02020603050405020304" pitchFamily="18" charset="0"/>
          </a:endParaRPr>
        </a:p>
      </dgm:t>
    </dgm:pt>
    <dgm:pt modelId="{530D83C5-D993-4B27-A94A-69AAB67719ED}" type="parTrans" cxnId="{7FB5B980-2CF3-4B34-87E3-17E2D2B6E292}">
      <dgm:prSet/>
      <dgm:spPr/>
      <dgm:t>
        <a:bodyPr/>
        <a:lstStyle/>
        <a:p>
          <a:endParaRPr lang="en-US"/>
        </a:p>
      </dgm:t>
    </dgm:pt>
    <dgm:pt modelId="{5F4FA021-922A-403E-BE9D-3D5262BEA42A}" type="sibTrans" cxnId="{7FB5B980-2CF3-4B34-87E3-17E2D2B6E292}">
      <dgm:prSet/>
      <dgm:spPr/>
      <dgm:t>
        <a:bodyPr/>
        <a:lstStyle/>
        <a:p>
          <a:endParaRPr lang="en-US"/>
        </a:p>
      </dgm:t>
    </dgm:pt>
    <dgm:pt modelId="{6DD5AA8C-A94F-447B-9792-95444C33A9E2}">
      <dgm:prSet custT="1"/>
      <dgm:spPr/>
      <dgm:t>
        <a:bodyPr/>
        <a:lstStyle/>
        <a:p>
          <a:r>
            <a:rPr lang="en-US" sz="1800" b="0" i="0" dirty="0">
              <a:solidFill>
                <a:schemeClr val="bg1"/>
              </a:solidFill>
              <a:latin typeface="Times New Roman" panose="02020603050405020304" pitchFamily="18" charset="0"/>
              <a:cs typeface="Times New Roman" panose="02020603050405020304" pitchFamily="18" charset="0"/>
            </a:rPr>
            <a:t>Flattened, passed to Dense layer (128 units)</a:t>
          </a:r>
          <a:endParaRPr lang="en-US" sz="1800" dirty="0">
            <a:solidFill>
              <a:schemeClr val="bg1"/>
            </a:solidFill>
            <a:latin typeface="Times New Roman" panose="02020603050405020304" pitchFamily="18" charset="0"/>
            <a:cs typeface="Times New Roman" panose="02020603050405020304" pitchFamily="18" charset="0"/>
          </a:endParaRPr>
        </a:p>
      </dgm:t>
    </dgm:pt>
    <dgm:pt modelId="{E7662FF2-B5F4-49F2-B1D4-0EFEF1548B47}" type="parTrans" cxnId="{DA4B15DC-F539-4690-86FE-4996BC0CEA39}">
      <dgm:prSet/>
      <dgm:spPr/>
      <dgm:t>
        <a:bodyPr/>
        <a:lstStyle/>
        <a:p>
          <a:endParaRPr lang="en-US"/>
        </a:p>
      </dgm:t>
    </dgm:pt>
    <dgm:pt modelId="{EFE1B55E-D9DF-42BF-88C6-7E3BAA359E29}" type="sibTrans" cxnId="{DA4B15DC-F539-4690-86FE-4996BC0CEA39}">
      <dgm:prSet/>
      <dgm:spPr/>
      <dgm:t>
        <a:bodyPr/>
        <a:lstStyle/>
        <a:p>
          <a:endParaRPr lang="en-US"/>
        </a:p>
      </dgm:t>
    </dgm:pt>
    <dgm:pt modelId="{FAED5EA9-C5DA-4D53-A151-0CB6F02916C9}">
      <dgm:prSet custT="1"/>
      <dgm:spPr/>
      <dgm:t>
        <a:bodyPr/>
        <a:lstStyle/>
        <a:p>
          <a:r>
            <a:rPr lang="en-US" sz="1800" b="0" i="0" dirty="0">
              <a:solidFill>
                <a:schemeClr val="bg1"/>
              </a:solidFill>
              <a:latin typeface="Times New Roman" panose="02020603050405020304" pitchFamily="18" charset="0"/>
              <a:cs typeface="Times New Roman" panose="02020603050405020304" pitchFamily="18" charset="0"/>
            </a:rPr>
            <a:t>Final Dense (2 units) with </a:t>
          </a:r>
          <a:r>
            <a:rPr lang="en-US" sz="1800" b="0" i="0" dirty="0" err="1">
              <a:solidFill>
                <a:schemeClr val="bg1"/>
              </a:solidFill>
              <a:latin typeface="Times New Roman" panose="02020603050405020304" pitchFamily="18" charset="0"/>
              <a:cs typeface="Times New Roman" panose="02020603050405020304" pitchFamily="18" charset="0"/>
            </a:rPr>
            <a:t>Softmax</a:t>
          </a:r>
          <a:r>
            <a:rPr lang="en-US" sz="1800" b="0" i="0" dirty="0">
              <a:solidFill>
                <a:schemeClr val="bg1"/>
              </a:solidFill>
              <a:latin typeface="Times New Roman" panose="02020603050405020304" pitchFamily="18" charset="0"/>
              <a:cs typeface="Times New Roman" panose="02020603050405020304" pitchFamily="18" charset="0"/>
            </a:rPr>
            <a:t> → Tumor / Non-Tumor</a:t>
          </a:r>
          <a:endParaRPr lang="en-US" sz="1800" dirty="0">
            <a:solidFill>
              <a:schemeClr val="bg1"/>
            </a:solidFill>
            <a:latin typeface="Times New Roman" panose="02020603050405020304" pitchFamily="18" charset="0"/>
            <a:cs typeface="Times New Roman" panose="02020603050405020304" pitchFamily="18" charset="0"/>
          </a:endParaRPr>
        </a:p>
      </dgm:t>
    </dgm:pt>
    <dgm:pt modelId="{955DDF86-E9C7-475E-88B6-D98A4C4178D5}" type="parTrans" cxnId="{D5362106-8662-42CB-BAD2-351A71986837}">
      <dgm:prSet/>
      <dgm:spPr/>
      <dgm:t>
        <a:bodyPr/>
        <a:lstStyle/>
        <a:p>
          <a:endParaRPr lang="en-US"/>
        </a:p>
      </dgm:t>
    </dgm:pt>
    <dgm:pt modelId="{5ACF9AAC-3AB4-4DD0-98CF-BDABC377869A}" type="sibTrans" cxnId="{D5362106-8662-42CB-BAD2-351A71986837}">
      <dgm:prSet/>
      <dgm:spPr/>
      <dgm:t>
        <a:bodyPr/>
        <a:lstStyle/>
        <a:p>
          <a:endParaRPr lang="en-US"/>
        </a:p>
      </dgm:t>
    </dgm:pt>
    <dgm:pt modelId="{8422B906-FE15-48D8-99E3-7B3ABBF06063}">
      <dgm:prSet custT="1"/>
      <dgm:spPr/>
      <dgm:t>
        <a:bodyPr/>
        <a:lstStyle/>
        <a:p>
          <a:r>
            <a:rPr lang="en-US" sz="1800" b="0" i="0" dirty="0">
              <a:solidFill>
                <a:schemeClr val="bg1"/>
              </a:solidFill>
              <a:latin typeface="Times New Roman" panose="02020603050405020304" pitchFamily="18" charset="0"/>
              <a:cs typeface="Times New Roman" panose="02020603050405020304" pitchFamily="18" charset="0"/>
            </a:rPr>
            <a:t>Learns features automatically for efficient classification</a:t>
          </a:r>
          <a:endParaRPr lang="en-US" sz="1800" dirty="0">
            <a:solidFill>
              <a:schemeClr val="bg1"/>
            </a:solidFill>
            <a:latin typeface="Times New Roman" panose="02020603050405020304" pitchFamily="18" charset="0"/>
            <a:cs typeface="Times New Roman" panose="02020603050405020304" pitchFamily="18" charset="0"/>
          </a:endParaRPr>
        </a:p>
      </dgm:t>
    </dgm:pt>
    <dgm:pt modelId="{6FB5EA1F-AB5D-43E3-A9F1-42DC7BEE9B61}" type="parTrans" cxnId="{89E5DFED-15EF-44AC-9E9C-625BDF0147D3}">
      <dgm:prSet/>
      <dgm:spPr/>
      <dgm:t>
        <a:bodyPr/>
        <a:lstStyle/>
        <a:p>
          <a:endParaRPr lang="en-US"/>
        </a:p>
      </dgm:t>
    </dgm:pt>
    <dgm:pt modelId="{583A686F-5FFD-4AE8-A235-9EDDD7D15608}" type="sibTrans" cxnId="{89E5DFED-15EF-44AC-9E9C-625BDF0147D3}">
      <dgm:prSet/>
      <dgm:spPr/>
      <dgm:t>
        <a:bodyPr/>
        <a:lstStyle/>
        <a:p>
          <a:endParaRPr lang="en-US"/>
        </a:p>
      </dgm:t>
    </dgm:pt>
    <dgm:pt modelId="{09272311-E42E-45A4-916A-CF02BEC21ECC}" type="pres">
      <dgm:prSet presAssocID="{A789C5A3-3E32-46FE-A776-E261D26CB592}" presName="CompostProcess" presStyleCnt="0">
        <dgm:presLayoutVars>
          <dgm:dir/>
          <dgm:resizeHandles val="exact"/>
        </dgm:presLayoutVars>
      </dgm:prSet>
      <dgm:spPr/>
    </dgm:pt>
    <dgm:pt modelId="{E9EF8224-56CA-41D2-9184-167AB55FCD79}" type="pres">
      <dgm:prSet presAssocID="{A789C5A3-3E32-46FE-A776-E261D26CB592}" presName="arrow" presStyleLbl="bgShp" presStyleIdx="0" presStyleCnt="1"/>
      <dgm:spPr/>
    </dgm:pt>
    <dgm:pt modelId="{0E42E0F5-9A23-4944-B3CF-1D76CAD303E7}" type="pres">
      <dgm:prSet presAssocID="{A789C5A3-3E32-46FE-A776-E261D26CB592}" presName="linearProcess" presStyleCnt="0"/>
      <dgm:spPr/>
    </dgm:pt>
    <dgm:pt modelId="{F878D59E-5671-45D0-B9E7-74B3ECD08921}" type="pres">
      <dgm:prSet presAssocID="{B043ED7E-27CE-4E51-AB35-96F1EAF78EEA}" presName="textNode" presStyleLbl="node1" presStyleIdx="0" presStyleCnt="6">
        <dgm:presLayoutVars>
          <dgm:bulletEnabled val="1"/>
        </dgm:presLayoutVars>
      </dgm:prSet>
      <dgm:spPr/>
    </dgm:pt>
    <dgm:pt modelId="{95FF35ED-D905-4A71-8D8C-FBB934FBCFD9}" type="pres">
      <dgm:prSet presAssocID="{0F64CA35-A4BE-481A-9C5A-0797DE26BC7B}" presName="sibTrans" presStyleCnt="0"/>
      <dgm:spPr/>
    </dgm:pt>
    <dgm:pt modelId="{9F8C03E8-B3C0-47D0-9D0A-E8A40D5EBB28}" type="pres">
      <dgm:prSet presAssocID="{99D742A3-7D4F-49FC-9B92-AC0B05EA3743}" presName="textNode" presStyleLbl="node1" presStyleIdx="1" presStyleCnt="6">
        <dgm:presLayoutVars>
          <dgm:bulletEnabled val="1"/>
        </dgm:presLayoutVars>
      </dgm:prSet>
      <dgm:spPr/>
    </dgm:pt>
    <dgm:pt modelId="{0410C510-7F79-4328-93A0-CED3F15AB6B4}" type="pres">
      <dgm:prSet presAssocID="{58F2530C-9870-43E8-B900-A9F74AED6575}" presName="sibTrans" presStyleCnt="0"/>
      <dgm:spPr/>
    </dgm:pt>
    <dgm:pt modelId="{AE7841BF-9FE9-444F-9C88-628E18E29B05}" type="pres">
      <dgm:prSet presAssocID="{36A6BAE0-7B04-44EE-AA82-35429052F412}" presName="textNode" presStyleLbl="node1" presStyleIdx="2" presStyleCnt="6">
        <dgm:presLayoutVars>
          <dgm:bulletEnabled val="1"/>
        </dgm:presLayoutVars>
      </dgm:prSet>
      <dgm:spPr/>
    </dgm:pt>
    <dgm:pt modelId="{56E4CFFE-4615-41D5-B9EA-6470C8E72467}" type="pres">
      <dgm:prSet presAssocID="{5F4FA021-922A-403E-BE9D-3D5262BEA42A}" presName="sibTrans" presStyleCnt="0"/>
      <dgm:spPr/>
    </dgm:pt>
    <dgm:pt modelId="{90E0B413-1CDA-4B28-8D12-2CF964224BE1}" type="pres">
      <dgm:prSet presAssocID="{6DD5AA8C-A94F-447B-9792-95444C33A9E2}" presName="textNode" presStyleLbl="node1" presStyleIdx="3" presStyleCnt="6">
        <dgm:presLayoutVars>
          <dgm:bulletEnabled val="1"/>
        </dgm:presLayoutVars>
      </dgm:prSet>
      <dgm:spPr/>
    </dgm:pt>
    <dgm:pt modelId="{A633B235-FAFE-4ACD-861B-100FF325F793}" type="pres">
      <dgm:prSet presAssocID="{EFE1B55E-D9DF-42BF-88C6-7E3BAA359E29}" presName="sibTrans" presStyleCnt="0"/>
      <dgm:spPr/>
    </dgm:pt>
    <dgm:pt modelId="{AED7A2B1-CE61-41F6-BCA3-7E3F777520AE}" type="pres">
      <dgm:prSet presAssocID="{FAED5EA9-C5DA-4D53-A151-0CB6F02916C9}" presName="textNode" presStyleLbl="node1" presStyleIdx="4" presStyleCnt="6">
        <dgm:presLayoutVars>
          <dgm:bulletEnabled val="1"/>
        </dgm:presLayoutVars>
      </dgm:prSet>
      <dgm:spPr/>
    </dgm:pt>
    <dgm:pt modelId="{9622A157-0E84-46DE-A764-509E91E467D9}" type="pres">
      <dgm:prSet presAssocID="{5ACF9AAC-3AB4-4DD0-98CF-BDABC377869A}" presName="sibTrans" presStyleCnt="0"/>
      <dgm:spPr/>
    </dgm:pt>
    <dgm:pt modelId="{6D912303-AF89-42C3-9FE4-96458242568A}" type="pres">
      <dgm:prSet presAssocID="{8422B906-FE15-48D8-99E3-7B3ABBF06063}" presName="textNode" presStyleLbl="node1" presStyleIdx="5" presStyleCnt="6">
        <dgm:presLayoutVars>
          <dgm:bulletEnabled val="1"/>
        </dgm:presLayoutVars>
      </dgm:prSet>
      <dgm:spPr/>
    </dgm:pt>
  </dgm:ptLst>
  <dgm:cxnLst>
    <dgm:cxn modelId="{D5362106-8662-42CB-BAD2-351A71986837}" srcId="{A789C5A3-3E32-46FE-A776-E261D26CB592}" destId="{FAED5EA9-C5DA-4D53-A151-0CB6F02916C9}" srcOrd="4" destOrd="0" parTransId="{955DDF86-E9C7-475E-88B6-D98A4C4178D5}" sibTransId="{5ACF9AAC-3AB4-4DD0-98CF-BDABC377869A}"/>
    <dgm:cxn modelId="{C07ADC21-A500-4641-890D-B2BAEE870C8E}" srcId="{A789C5A3-3E32-46FE-A776-E261D26CB592}" destId="{B043ED7E-27CE-4E51-AB35-96F1EAF78EEA}" srcOrd="0" destOrd="0" parTransId="{36C58D7B-FD4E-45CA-96CA-B1E1AC6B1FA5}" sibTransId="{0F64CA35-A4BE-481A-9C5A-0797DE26BC7B}"/>
    <dgm:cxn modelId="{6C235C5C-D9C0-4087-917A-0B4CFA7176DF}" type="presOf" srcId="{99D742A3-7D4F-49FC-9B92-AC0B05EA3743}" destId="{9F8C03E8-B3C0-47D0-9D0A-E8A40D5EBB28}" srcOrd="0" destOrd="0" presId="urn:microsoft.com/office/officeart/2005/8/layout/hProcess9"/>
    <dgm:cxn modelId="{00F4C867-20B3-470E-AACA-5491A63381D3}" type="presOf" srcId="{FAED5EA9-C5DA-4D53-A151-0CB6F02916C9}" destId="{AED7A2B1-CE61-41F6-BCA3-7E3F777520AE}" srcOrd="0" destOrd="0" presId="urn:microsoft.com/office/officeart/2005/8/layout/hProcess9"/>
    <dgm:cxn modelId="{527E0C74-1B8F-41E4-B80A-E0330A579419}" type="presOf" srcId="{8422B906-FE15-48D8-99E3-7B3ABBF06063}" destId="{6D912303-AF89-42C3-9FE4-96458242568A}" srcOrd="0" destOrd="0" presId="urn:microsoft.com/office/officeart/2005/8/layout/hProcess9"/>
    <dgm:cxn modelId="{AB81FB54-E11B-49BE-BDA6-93062346B18A}" type="presOf" srcId="{36A6BAE0-7B04-44EE-AA82-35429052F412}" destId="{AE7841BF-9FE9-444F-9C88-628E18E29B05}" srcOrd="0" destOrd="0" presId="urn:microsoft.com/office/officeart/2005/8/layout/hProcess9"/>
    <dgm:cxn modelId="{A2AEC856-38C5-4B12-A1CD-D10888E84034}" type="presOf" srcId="{A789C5A3-3E32-46FE-A776-E261D26CB592}" destId="{09272311-E42E-45A4-916A-CF02BEC21ECC}" srcOrd="0" destOrd="0" presId="urn:microsoft.com/office/officeart/2005/8/layout/hProcess9"/>
    <dgm:cxn modelId="{7FB5B980-2CF3-4B34-87E3-17E2D2B6E292}" srcId="{A789C5A3-3E32-46FE-A776-E261D26CB592}" destId="{36A6BAE0-7B04-44EE-AA82-35429052F412}" srcOrd="2" destOrd="0" parTransId="{530D83C5-D993-4B27-A94A-69AAB67719ED}" sibTransId="{5F4FA021-922A-403E-BE9D-3D5262BEA42A}"/>
    <dgm:cxn modelId="{609F19B4-C8C6-47EC-82B9-E9C91846DDFD}" type="presOf" srcId="{B043ED7E-27CE-4E51-AB35-96F1EAF78EEA}" destId="{F878D59E-5671-45D0-B9E7-74B3ECD08921}" srcOrd="0" destOrd="0" presId="urn:microsoft.com/office/officeart/2005/8/layout/hProcess9"/>
    <dgm:cxn modelId="{6D1874BD-9092-49E1-871E-0C409362E019}" srcId="{A789C5A3-3E32-46FE-A776-E261D26CB592}" destId="{99D742A3-7D4F-49FC-9B92-AC0B05EA3743}" srcOrd="1" destOrd="0" parTransId="{47A341F9-1A0C-4338-AC96-D14A9B000ABD}" sibTransId="{58F2530C-9870-43E8-B900-A9F74AED6575}"/>
    <dgm:cxn modelId="{DA4B15DC-F539-4690-86FE-4996BC0CEA39}" srcId="{A789C5A3-3E32-46FE-A776-E261D26CB592}" destId="{6DD5AA8C-A94F-447B-9792-95444C33A9E2}" srcOrd="3" destOrd="0" parTransId="{E7662FF2-B5F4-49F2-B1D4-0EFEF1548B47}" sibTransId="{EFE1B55E-D9DF-42BF-88C6-7E3BAA359E29}"/>
    <dgm:cxn modelId="{103648ED-1D75-410B-BF6B-0D3C8C0642B8}" type="presOf" srcId="{6DD5AA8C-A94F-447B-9792-95444C33A9E2}" destId="{90E0B413-1CDA-4B28-8D12-2CF964224BE1}" srcOrd="0" destOrd="0" presId="urn:microsoft.com/office/officeart/2005/8/layout/hProcess9"/>
    <dgm:cxn modelId="{89E5DFED-15EF-44AC-9E9C-625BDF0147D3}" srcId="{A789C5A3-3E32-46FE-A776-E261D26CB592}" destId="{8422B906-FE15-48D8-99E3-7B3ABBF06063}" srcOrd="5" destOrd="0" parTransId="{6FB5EA1F-AB5D-43E3-A9F1-42DC7BEE9B61}" sibTransId="{583A686F-5FFD-4AE8-A235-9EDDD7D15608}"/>
    <dgm:cxn modelId="{C7D0F63B-E1A6-40BD-B617-88E50CB00272}" type="presParOf" srcId="{09272311-E42E-45A4-916A-CF02BEC21ECC}" destId="{E9EF8224-56CA-41D2-9184-167AB55FCD79}" srcOrd="0" destOrd="0" presId="urn:microsoft.com/office/officeart/2005/8/layout/hProcess9"/>
    <dgm:cxn modelId="{2913E3ED-61C9-4CCA-9A24-CEAE885CF601}" type="presParOf" srcId="{09272311-E42E-45A4-916A-CF02BEC21ECC}" destId="{0E42E0F5-9A23-4944-B3CF-1D76CAD303E7}" srcOrd="1" destOrd="0" presId="urn:microsoft.com/office/officeart/2005/8/layout/hProcess9"/>
    <dgm:cxn modelId="{104AE9EE-6C47-4269-9843-B8A319C31EFA}" type="presParOf" srcId="{0E42E0F5-9A23-4944-B3CF-1D76CAD303E7}" destId="{F878D59E-5671-45D0-B9E7-74B3ECD08921}" srcOrd="0" destOrd="0" presId="urn:microsoft.com/office/officeart/2005/8/layout/hProcess9"/>
    <dgm:cxn modelId="{FBE23DA4-AF33-4795-8F73-7B5CD20D11AE}" type="presParOf" srcId="{0E42E0F5-9A23-4944-B3CF-1D76CAD303E7}" destId="{95FF35ED-D905-4A71-8D8C-FBB934FBCFD9}" srcOrd="1" destOrd="0" presId="urn:microsoft.com/office/officeart/2005/8/layout/hProcess9"/>
    <dgm:cxn modelId="{DCFCDFFF-69EE-477A-A2CA-AC1D6AE43FA3}" type="presParOf" srcId="{0E42E0F5-9A23-4944-B3CF-1D76CAD303E7}" destId="{9F8C03E8-B3C0-47D0-9D0A-E8A40D5EBB28}" srcOrd="2" destOrd="0" presId="urn:microsoft.com/office/officeart/2005/8/layout/hProcess9"/>
    <dgm:cxn modelId="{0E270268-C957-4694-AC6B-A61F134AB79D}" type="presParOf" srcId="{0E42E0F5-9A23-4944-B3CF-1D76CAD303E7}" destId="{0410C510-7F79-4328-93A0-CED3F15AB6B4}" srcOrd="3" destOrd="0" presId="urn:microsoft.com/office/officeart/2005/8/layout/hProcess9"/>
    <dgm:cxn modelId="{BD2F4451-C29B-4234-A51D-619A50E5542C}" type="presParOf" srcId="{0E42E0F5-9A23-4944-B3CF-1D76CAD303E7}" destId="{AE7841BF-9FE9-444F-9C88-628E18E29B05}" srcOrd="4" destOrd="0" presId="urn:microsoft.com/office/officeart/2005/8/layout/hProcess9"/>
    <dgm:cxn modelId="{C6BB9558-E6D5-44C5-BB4E-F445F0C6ED06}" type="presParOf" srcId="{0E42E0F5-9A23-4944-B3CF-1D76CAD303E7}" destId="{56E4CFFE-4615-41D5-B9EA-6470C8E72467}" srcOrd="5" destOrd="0" presId="urn:microsoft.com/office/officeart/2005/8/layout/hProcess9"/>
    <dgm:cxn modelId="{3B6B7082-D1FE-4856-860E-62014C7E2F11}" type="presParOf" srcId="{0E42E0F5-9A23-4944-B3CF-1D76CAD303E7}" destId="{90E0B413-1CDA-4B28-8D12-2CF964224BE1}" srcOrd="6" destOrd="0" presId="urn:microsoft.com/office/officeart/2005/8/layout/hProcess9"/>
    <dgm:cxn modelId="{57814667-A618-4025-B6DF-2AB1046434CA}" type="presParOf" srcId="{0E42E0F5-9A23-4944-B3CF-1D76CAD303E7}" destId="{A633B235-FAFE-4ACD-861B-100FF325F793}" srcOrd="7" destOrd="0" presId="urn:microsoft.com/office/officeart/2005/8/layout/hProcess9"/>
    <dgm:cxn modelId="{53A55B3E-D4D3-4E4C-9BB9-8E48FF55A395}" type="presParOf" srcId="{0E42E0F5-9A23-4944-B3CF-1D76CAD303E7}" destId="{AED7A2B1-CE61-41F6-BCA3-7E3F777520AE}" srcOrd="8" destOrd="0" presId="urn:microsoft.com/office/officeart/2005/8/layout/hProcess9"/>
    <dgm:cxn modelId="{DFB86C7B-D11E-48E2-AB00-0CF961B38971}" type="presParOf" srcId="{0E42E0F5-9A23-4944-B3CF-1D76CAD303E7}" destId="{9622A157-0E84-46DE-A764-509E91E467D9}" srcOrd="9" destOrd="0" presId="urn:microsoft.com/office/officeart/2005/8/layout/hProcess9"/>
    <dgm:cxn modelId="{CD6A2D40-E649-4A3B-A1A8-5EE08F1C8F79}" type="presParOf" srcId="{0E42E0F5-9A23-4944-B3CF-1D76CAD303E7}" destId="{6D912303-AF89-42C3-9FE4-96458242568A}" srcOrd="10" destOrd="0" presId="urn:microsoft.com/office/officeart/2005/8/layout/hProcess9"/>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C73BAA3-D989-4591-975F-4B3A3BD4AD1B}" type="doc">
      <dgm:prSet loTypeId="urn:microsoft.com/office/officeart/2005/8/layout/vList2" loCatId="list" qsTypeId="urn:microsoft.com/office/officeart/2005/8/quickstyle/simple3" qsCatId="simple" csTypeId="urn:microsoft.com/office/officeart/2005/8/colors/accent1_2" csCatId="accent1"/>
      <dgm:spPr/>
      <dgm:t>
        <a:bodyPr/>
        <a:lstStyle/>
        <a:p>
          <a:endParaRPr lang="en-US"/>
        </a:p>
      </dgm:t>
    </dgm:pt>
    <dgm:pt modelId="{5EBC3E2F-89B1-45F0-81E1-6AF93A9F4697}">
      <dgm:prSet custT="1"/>
      <dgm:spPr/>
      <dgm:t>
        <a:bodyPr/>
        <a:lstStyle/>
        <a:p>
          <a:pPr algn="just"/>
          <a:r>
            <a:rPr lang="en-US" sz="2000" b="0" i="0" dirty="0">
              <a:latin typeface="Times New Roman" panose="02020603050405020304" pitchFamily="18" charset="0"/>
              <a:cs typeface="Times New Roman" panose="02020603050405020304" pitchFamily="18" charset="0"/>
            </a:rPr>
            <a:t>The diagram presents a complete MRI-based brain tumor classification pipeline, covering preprocessing, feature extraction, and model training using both ML (SVM, KNN, RF, </a:t>
          </a:r>
          <a:r>
            <a:rPr lang="en-US" sz="2000" b="0" i="0" dirty="0" err="1">
              <a:latin typeface="Times New Roman" panose="02020603050405020304" pitchFamily="18" charset="0"/>
              <a:cs typeface="Times New Roman" panose="02020603050405020304" pitchFamily="18" charset="0"/>
            </a:rPr>
            <a:t>XGBoost</a:t>
          </a:r>
          <a:r>
            <a:rPr lang="en-US" sz="2000" b="0" i="0" dirty="0">
              <a:latin typeface="Times New Roman" panose="02020603050405020304" pitchFamily="18" charset="0"/>
              <a:cs typeface="Times New Roman" panose="02020603050405020304" pitchFamily="18" charset="0"/>
            </a:rPr>
            <a:t>, LR) and DL (CNN, MobileNetV2) methods. Evaluation is based on metrics like accuracy, precision, recall, F1-score, and AUC for comparative analysis.</a:t>
          </a:r>
          <a:endParaRPr lang="en-US" sz="2000" dirty="0">
            <a:latin typeface="Times New Roman" panose="02020603050405020304" pitchFamily="18" charset="0"/>
            <a:cs typeface="Times New Roman" panose="02020603050405020304" pitchFamily="18" charset="0"/>
          </a:endParaRPr>
        </a:p>
      </dgm:t>
    </dgm:pt>
    <dgm:pt modelId="{8F0DB29B-A093-449F-8222-84D107E485FE}" type="parTrans" cxnId="{B11ED206-51F7-4EC7-BD22-2036731BAB62}">
      <dgm:prSet/>
      <dgm:spPr/>
      <dgm:t>
        <a:bodyPr/>
        <a:lstStyle/>
        <a:p>
          <a:endParaRPr lang="en-US"/>
        </a:p>
      </dgm:t>
    </dgm:pt>
    <dgm:pt modelId="{5ECF16BB-815C-474A-AEE1-31B2184D3429}" type="sibTrans" cxnId="{B11ED206-51F7-4EC7-BD22-2036731BAB62}">
      <dgm:prSet/>
      <dgm:spPr/>
      <dgm:t>
        <a:bodyPr/>
        <a:lstStyle/>
        <a:p>
          <a:endParaRPr lang="en-US"/>
        </a:p>
      </dgm:t>
    </dgm:pt>
    <dgm:pt modelId="{6AC96C9E-0B97-4F01-AC28-25F02714799F}" type="pres">
      <dgm:prSet presAssocID="{2C73BAA3-D989-4591-975F-4B3A3BD4AD1B}" presName="linear" presStyleCnt="0">
        <dgm:presLayoutVars>
          <dgm:animLvl val="lvl"/>
          <dgm:resizeHandles val="exact"/>
        </dgm:presLayoutVars>
      </dgm:prSet>
      <dgm:spPr/>
    </dgm:pt>
    <dgm:pt modelId="{FD0198D1-AED6-43FE-AD4C-27068AB9DE65}" type="pres">
      <dgm:prSet presAssocID="{5EBC3E2F-89B1-45F0-81E1-6AF93A9F4697}" presName="parentText" presStyleLbl="node1" presStyleIdx="0" presStyleCnt="1">
        <dgm:presLayoutVars>
          <dgm:chMax val="0"/>
          <dgm:bulletEnabled val="1"/>
        </dgm:presLayoutVars>
      </dgm:prSet>
      <dgm:spPr/>
    </dgm:pt>
  </dgm:ptLst>
  <dgm:cxnLst>
    <dgm:cxn modelId="{B11ED206-51F7-4EC7-BD22-2036731BAB62}" srcId="{2C73BAA3-D989-4591-975F-4B3A3BD4AD1B}" destId="{5EBC3E2F-89B1-45F0-81E1-6AF93A9F4697}" srcOrd="0" destOrd="0" parTransId="{8F0DB29B-A093-449F-8222-84D107E485FE}" sibTransId="{5ECF16BB-815C-474A-AEE1-31B2184D3429}"/>
    <dgm:cxn modelId="{25AD3D6A-50B3-4688-98B8-893A4946C4D8}" type="presOf" srcId="{2C73BAA3-D989-4591-975F-4B3A3BD4AD1B}" destId="{6AC96C9E-0B97-4F01-AC28-25F02714799F}" srcOrd="0" destOrd="0" presId="urn:microsoft.com/office/officeart/2005/8/layout/vList2"/>
    <dgm:cxn modelId="{E97F27A9-5763-428E-9813-066A0FA2810E}" type="presOf" srcId="{5EBC3E2F-89B1-45F0-81E1-6AF93A9F4697}" destId="{FD0198D1-AED6-43FE-AD4C-27068AB9DE65}" srcOrd="0" destOrd="0" presId="urn:microsoft.com/office/officeart/2005/8/layout/vList2"/>
    <dgm:cxn modelId="{A53C4882-1E0C-4EE6-B1CB-FDA57AA44D1A}" type="presParOf" srcId="{6AC96C9E-0B97-4F01-AC28-25F02714799F}" destId="{FD0198D1-AED6-43FE-AD4C-27068AB9DE65}" srcOrd="0"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A060EE-B135-4C43-90F5-9A0103E65DBA}">
      <dsp:nvSpPr>
        <dsp:cNvPr id="0" name=""/>
        <dsp:cNvSpPr/>
      </dsp:nvSpPr>
      <dsp:spPr>
        <a:xfrm>
          <a:off x="0" y="351971"/>
          <a:ext cx="9122063" cy="132477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07973" tIns="458216" rIns="707973" bIns="142240" numCol="1" spcCol="1270" anchor="t" anchorCtr="0">
          <a:noAutofit/>
        </a:bodyPr>
        <a:lstStyle/>
        <a:p>
          <a:pPr marL="228600" lvl="1" indent="-228600" algn="l" defTabSz="889000">
            <a:lnSpc>
              <a:spcPct val="90000"/>
            </a:lnSpc>
            <a:spcBef>
              <a:spcPct val="0"/>
            </a:spcBef>
            <a:spcAft>
              <a:spcPct val="15000"/>
            </a:spcAft>
            <a:buChar char="•"/>
          </a:pPr>
          <a:r>
            <a:rPr lang="en-US" sz="2000" b="1" i="0" kern="1200" baseline="0" dirty="0">
              <a:latin typeface="Times New Roman" panose="02020603050405020304" pitchFamily="18" charset="0"/>
              <a:cs typeface="Times New Roman" panose="02020603050405020304" pitchFamily="18" charset="0"/>
            </a:rPr>
            <a:t>LBP</a:t>
          </a:r>
          <a:r>
            <a:rPr lang="en-US" sz="2000" b="0" i="0" kern="1200" baseline="0" dirty="0">
              <a:latin typeface="Times New Roman" panose="02020603050405020304" pitchFamily="18" charset="0"/>
              <a:cs typeface="Times New Roman" panose="02020603050405020304" pitchFamily="18" charset="0"/>
            </a:rPr>
            <a:t> (Local Binary Pattern): texture descriptor</a:t>
          </a:r>
          <a:endParaRPr lang="en-US" sz="2000" kern="1200" dirty="0">
            <a:latin typeface="Times New Roman" panose="02020603050405020304" pitchFamily="18" charset="0"/>
            <a:cs typeface="Times New Roman" panose="02020603050405020304" pitchFamily="18" charset="0"/>
          </a:endParaRPr>
        </a:p>
        <a:p>
          <a:pPr marL="228600" lvl="1" indent="-228600" algn="l" defTabSz="889000">
            <a:lnSpc>
              <a:spcPct val="90000"/>
            </a:lnSpc>
            <a:spcBef>
              <a:spcPct val="0"/>
            </a:spcBef>
            <a:spcAft>
              <a:spcPct val="15000"/>
            </a:spcAft>
            <a:buChar char="•"/>
          </a:pPr>
          <a:r>
            <a:rPr lang="en-US" sz="2000" b="1" i="0" kern="1200" baseline="0" dirty="0">
              <a:latin typeface="Times New Roman" panose="02020603050405020304" pitchFamily="18" charset="0"/>
              <a:cs typeface="Times New Roman" panose="02020603050405020304" pitchFamily="18" charset="0"/>
            </a:rPr>
            <a:t>HOG</a:t>
          </a:r>
          <a:r>
            <a:rPr lang="en-US" sz="2000" b="0" i="0" kern="1200" baseline="0" dirty="0">
              <a:latin typeface="Times New Roman" panose="02020603050405020304" pitchFamily="18" charset="0"/>
              <a:cs typeface="Times New Roman" panose="02020603050405020304" pitchFamily="18" charset="0"/>
            </a:rPr>
            <a:t> (Histogram of Oriented Gradients): shape &amp; edge detection</a:t>
          </a:r>
          <a:endParaRPr lang="en-US" sz="2000" kern="1200" dirty="0">
            <a:latin typeface="Times New Roman" panose="02020603050405020304" pitchFamily="18" charset="0"/>
            <a:cs typeface="Times New Roman" panose="02020603050405020304" pitchFamily="18" charset="0"/>
          </a:endParaRPr>
        </a:p>
      </dsp:txBody>
      <dsp:txXfrm>
        <a:off x="0" y="351971"/>
        <a:ext cx="9122063" cy="1324773"/>
      </dsp:txXfrm>
    </dsp:sp>
    <dsp:sp modelId="{E37B0484-62DF-4C33-B1CC-37C9C0DCB724}">
      <dsp:nvSpPr>
        <dsp:cNvPr id="0" name=""/>
        <dsp:cNvSpPr/>
      </dsp:nvSpPr>
      <dsp:spPr>
        <a:xfrm>
          <a:off x="456103" y="27251"/>
          <a:ext cx="6385444" cy="6494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55" tIns="0" rIns="241355" bIns="0" numCol="1" spcCol="1270" anchor="ctr" anchorCtr="0">
          <a:noAutofit/>
        </a:bodyPr>
        <a:lstStyle/>
        <a:p>
          <a:pPr marL="0" lvl="0" indent="0" algn="l" defTabSz="977900">
            <a:lnSpc>
              <a:spcPct val="90000"/>
            </a:lnSpc>
            <a:spcBef>
              <a:spcPct val="0"/>
            </a:spcBef>
            <a:spcAft>
              <a:spcPct val="35000"/>
            </a:spcAft>
            <a:buNone/>
          </a:pPr>
          <a:r>
            <a:rPr lang="en-US" sz="2200" b="1" i="0" kern="1200" dirty="0">
              <a:latin typeface="Times New Roman" panose="02020603050405020304" pitchFamily="18" charset="0"/>
              <a:cs typeface="Times New Roman" panose="02020603050405020304" pitchFamily="18" charset="0"/>
            </a:rPr>
            <a:t>Handcrafted Feature Extraction (for ML):</a:t>
          </a:r>
          <a:endParaRPr lang="en-US" sz="2200" kern="1200" dirty="0">
            <a:latin typeface="Times New Roman" panose="02020603050405020304" pitchFamily="18" charset="0"/>
            <a:cs typeface="Times New Roman" panose="02020603050405020304" pitchFamily="18" charset="0"/>
          </a:endParaRPr>
        </a:p>
      </dsp:txBody>
      <dsp:txXfrm>
        <a:off x="487806" y="58954"/>
        <a:ext cx="6322038" cy="586034"/>
      </dsp:txXfrm>
    </dsp:sp>
    <dsp:sp modelId="{95D37C76-DD96-41ED-AAC0-E695F4A2C032}">
      <dsp:nvSpPr>
        <dsp:cNvPr id="0" name=""/>
        <dsp:cNvSpPr/>
      </dsp:nvSpPr>
      <dsp:spPr>
        <a:xfrm>
          <a:off x="0" y="2120265"/>
          <a:ext cx="9122063" cy="20097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07973" tIns="458216" rIns="707973" bIns="142240" numCol="1" spcCol="1270" anchor="t" anchorCtr="0">
          <a:noAutofit/>
        </a:bodyPr>
        <a:lstStyle/>
        <a:p>
          <a:pPr marL="228600" lvl="1" indent="-228600" algn="l" defTabSz="889000">
            <a:lnSpc>
              <a:spcPct val="90000"/>
            </a:lnSpc>
            <a:spcBef>
              <a:spcPct val="0"/>
            </a:spcBef>
            <a:spcAft>
              <a:spcPct val="15000"/>
            </a:spcAft>
            <a:buChar char="•"/>
          </a:pPr>
          <a:r>
            <a:rPr lang="en-US" sz="2000" b="0" i="0" kern="1200" dirty="0">
              <a:latin typeface="Times New Roman" panose="02020603050405020304" pitchFamily="18" charset="0"/>
              <a:cs typeface="Times New Roman" panose="02020603050405020304" pitchFamily="18" charset="0"/>
            </a:rPr>
            <a:t>Training Set</a:t>
          </a:r>
          <a:r>
            <a:rPr lang="en-US" sz="2000" b="1" i="0" kern="1200" dirty="0">
              <a:latin typeface="Times New Roman" panose="02020603050405020304" pitchFamily="18" charset="0"/>
              <a:cs typeface="Times New Roman" panose="02020603050405020304" pitchFamily="18" charset="0"/>
            </a:rPr>
            <a:t>:</a:t>
          </a:r>
          <a:r>
            <a:rPr lang="en-US" sz="2000" b="0" i="0" kern="1200" dirty="0">
              <a:latin typeface="Times New Roman" panose="02020603050405020304" pitchFamily="18" charset="0"/>
              <a:cs typeface="Times New Roman" panose="02020603050405020304" pitchFamily="18" charset="0"/>
            </a:rPr>
            <a:t> 5712 images</a:t>
          </a:r>
          <a:endParaRPr lang="en-US" sz="2000" kern="1200" dirty="0">
            <a:latin typeface="Times New Roman" panose="02020603050405020304" pitchFamily="18" charset="0"/>
            <a:cs typeface="Times New Roman" panose="02020603050405020304" pitchFamily="18" charset="0"/>
          </a:endParaRPr>
        </a:p>
        <a:p>
          <a:pPr marL="228600" lvl="1" indent="-228600" algn="l" defTabSz="889000">
            <a:lnSpc>
              <a:spcPct val="90000"/>
            </a:lnSpc>
            <a:spcBef>
              <a:spcPct val="0"/>
            </a:spcBef>
            <a:spcAft>
              <a:spcPct val="15000"/>
            </a:spcAft>
            <a:buChar char="•"/>
          </a:pPr>
          <a:r>
            <a:rPr lang="en-US" sz="2000" b="0" i="0" kern="1200" dirty="0">
              <a:latin typeface="Times New Roman" panose="02020603050405020304" pitchFamily="18" charset="0"/>
              <a:cs typeface="Times New Roman" panose="02020603050405020304" pitchFamily="18" charset="0"/>
            </a:rPr>
            <a:t>Testing Set</a:t>
          </a:r>
          <a:r>
            <a:rPr lang="en-US" sz="2000" b="1" i="0" kern="1200" dirty="0">
              <a:latin typeface="Times New Roman" panose="02020603050405020304" pitchFamily="18" charset="0"/>
              <a:cs typeface="Times New Roman" panose="02020603050405020304" pitchFamily="18" charset="0"/>
            </a:rPr>
            <a:t>:</a:t>
          </a:r>
          <a:r>
            <a:rPr lang="en-US" sz="2000" b="0" i="0" kern="1200" dirty="0">
              <a:latin typeface="Times New Roman" panose="02020603050405020304" pitchFamily="18" charset="0"/>
              <a:cs typeface="Times New Roman" panose="02020603050405020304" pitchFamily="18" charset="0"/>
            </a:rPr>
            <a:t> 1311 images</a:t>
          </a:r>
          <a:endParaRPr lang="en-US" sz="2000" kern="1200" dirty="0">
            <a:latin typeface="Times New Roman" panose="02020603050405020304" pitchFamily="18" charset="0"/>
            <a:cs typeface="Times New Roman" panose="02020603050405020304" pitchFamily="18" charset="0"/>
          </a:endParaRPr>
        </a:p>
        <a:p>
          <a:pPr marL="228600" lvl="1" indent="-228600" algn="l" defTabSz="889000">
            <a:lnSpc>
              <a:spcPct val="90000"/>
            </a:lnSpc>
            <a:spcBef>
              <a:spcPct val="0"/>
            </a:spcBef>
            <a:spcAft>
              <a:spcPct val="15000"/>
            </a:spcAft>
            <a:buChar char="•"/>
          </a:pPr>
          <a:r>
            <a:rPr lang="en-US" sz="2000" b="0" i="0" kern="1200" dirty="0">
              <a:latin typeface="Times New Roman" panose="02020603050405020304" pitchFamily="18" charset="0"/>
              <a:cs typeface="Times New Roman" panose="02020603050405020304" pitchFamily="18" charset="0"/>
            </a:rPr>
            <a:t>A stratified sampling strategy was applied to the dataset. From the training set, </a:t>
          </a:r>
          <a:r>
            <a:rPr lang="en-US" sz="2000" b="1" i="0" kern="1200" dirty="0">
              <a:latin typeface="Times New Roman" panose="02020603050405020304" pitchFamily="18" charset="0"/>
              <a:cs typeface="Times New Roman" panose="02020603050405020304" pitchFamily="18" charset="0"/>
            </a:rPr>
            <a:t>70% was used for training</a:t>
          </a:r>
          <a:r>
            <a:rPr lang="en-US" sz="2000" b="0" i="0" kern="1200" dirty="0">
              <a:latin typeface="Times New Roman" panose="02020603050405020304" pitchFamily="18" charset="0"/>
              <a:cs typeface="Times New Roman" panose="02020603050405020304" pitchFamily="18" charset="0"/>
            </a:rPr>
            <a:t>, </a:t>
          </a:r>
          <a:r>
            <a:rPr lang="en-US" sz="2000" b="1" i="0" kern="1200" dirty="0">
              <a:latin typeface="Times New Roman" panose="02020603050405020304" pitchFamily="18" charset="0"/>
              <a:cs typeface="Times New Roman" panose="02020603050405020304" pitchFamily="18" charset="0"/>
            </a:rPr>
            <a:t>15% for validation</a:t>
          </a:r>
          <a:r>
            <a:rPr lang="en-US" sz="2000" b="0" i="0" kern="1200" dirty="0">
              <a:latin typeface="Times New Roman" panose="02020603050405020304" pitchFamily="18" charset="0"/>
              <a:cs typeface="Times New Roman" panose="02020603050405020304" pitchFamily="18" charset="0"/>
            </a:rPr>
            <a:t>, and </a:t>
          </a:r>
          <a:r>
            <a:rPr lang="en-US" sz="2000" b="1" i="0" kern="1200" dirty="0">
              <a:latin typeface="Times New Roman" panose="02020603050405020304" pitchFamily="18" charset="0"/>
              <a:cs typeface="Times New Roman" panose="02020603050405020304" pitchFamily="18" charset="0"/>
            </a:rPr>
            <a:t>15% for testing</a:t>
          </a:r>
          <a:r>
            <a:rPr lang="en-US" sz="2000" b="0" i="0" kern="1200" dirty="0">
              <a:latin typeface="Times New Roman" panose="02020603050405020304" pitchFamily="18" charset="0"/>
              <a:cs typeface="Times New Roman" panose="02020603050405020304" pitchFamily="18" charset="0"/>
            </a:rPr>
            <a:t>, ensuring label distribution is maintained across all subsets.</a:t>
          </a:r>
          <a:endParaRPr lang="en-US" sz="2000" kern="1200" dirty="0">
            <a:latin typeface="Times New Roman" panose="02020603050405020304" pitchFamily="18" charset="0"/>
            <a:cs typeface="Times New Roman" panose="02020603050405020304" pitchFamily="18" charset="0"/>
          </a:endParaRPr>
        </a:p>
      </dsp:txBody>
      <dsp:txXfrm>
        <a:off x="0" y="2120265"/>
        <a:ext cx="9122063" cy="2009700"/>
      </dsp:txXfrm>
    </dsp:sp>
    <dsp:sp modelId="{9B755799-D81A-478C-9CBC-F0ACC86D2A57}">
      <dsp:nvSpPr>
        <dsp:cNvPr id="0" name=""/>
        <dsp:cNvSpPr/>
      </dsp:nvSpPr>
      <dsp:spPr>
        <a:xfrm>
          <a:off x="456103" y="1795545"/>
          <a:ext cx="6385444" cy="6494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41355" tIns="0" rIns="241355" bIns="0" numCol="1" spcCol="1270" anchor="ctr" anchorCtr="0">
          <a:noAutofit/>
        </a:bodyPr>
        <a:lstStyle/>
        <a:p>
          <a:pPr marL="0" lvl="0" indent="0" algn="l" defTabSz="977900">
            <a:lnSpc>
              <a:spcPct val="90000"/>
            </a:lnSpc>
            <a:spcBef>
              <a:spcPct val="0"/>
            </a:spcBef>
            <a:spcAft>
              <a:spcPct val="35000"/>
            </a:spcAft>
            <a:buNone/>
          </a:pPr>
          <a:r>
            <a:rPr lang="en-US" sz="2200" b="1" i="0" kern="1200" dirty="0">
              <a:latin typeface="Times New Roman" panose="02020603050405020304" pitchFamily="18" charset="0"/>
              <a:cs typeface="Times New Roman" panose="02020603050405020304" pitchFamily="18" charset="0"/>
            </a:rPr>
            <a:t>Train-Test Split:</a:t>
          </a:r>
          <a:endParaRPr lang="en-US" sz="2200" kern="1200" dirty="0">
            <a:latin typeface="Times New Roman" panose="02020603050405020304" pitchFamily="18" charset="0"/>
            <a:cs typeface="Times New Roman" panose="02020603050405020304" pitchFamily="18" charset="0"/>
          </a:endParaRPr>
        </a:p>
      </dsp:txBody>
      <dsp:txXfrm>
        <a:off x="487806" y="1827248"/>
        <a:ext cx="6322038" cy="58603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BC7D6F-EC1A-43BD-B4A3-CF5CDCDF7E9A}">
      <dsp:nvSpPr>
        <dsp:cNvPr id="0" name=""/>
        <dsp:cNvSpPr/>
      </dsp:nvSpPr>
      <dsp:spPr>
        <a:xfrm rot="5400000">
          <a:off x="4858792" y="-1867303"/>
          <a:ext cx="3002734" cy="7589833"/>
        </a:xfrm>
        <a:prstGeom prst="round2Same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b="0" i="0" kern="1200" dirty="0">
              <a:latin typeface="Times New Roman" panose="02020603050405020304" pitchFamily="18" charset="0"/>
              <a:cs typeface="Times New Roman" panose="02020603050405020304" pitchFamily="18" charset="0"/>
            </a:rPr>
            <a:t>To enhance model generalization and reduce overfitting, various data augmentation strategies were employed during training. These include:</a:t>
          </a:r>
          <a:endParaRPr lang="en-US" sz="2000" kern="1200" dirty="0">
            <a:latin typeface="Times New Roman" panose="02020603050405020304" pitchFamily="18" charset="0"/>
            <a:cs typeface="Times New Roman" panose="02020603050405020304" pitchFamily="18" charset="0"/>
          </a:endParaRPr>
        </a:p>
        <a:p>
          <a:pPr marL="228600" lvl="1" indent="-228600" algn="l" defTabSz="889000">
            <a:lnSpc>
              <a:spcPct val="90000"/>
            </a:lnSpc>
            <a:spcBef>
              <a:spcPct val="0"/>
            </a:spcBef>
            <a:spcAft>
              <a:spcPct val="15000"/>
            </a:spcAft>
            <a:buChar char="•"/>
          </a:pPr>
          <a:r>
            <a:rPr lang="en-US" sz="2000" b="0" i="0" kern="1200" dirty="0">
              <a:latin typeface="Times New Roman" panose="02020603050405020304" pitchFamily="18" charset="0"/>
              <a:cs typeface="Times New Roman" panose="02020603050405020304" pitchFamily="18" charset="0"/>
            </a:rPr>
            <a:t>Random Rotation</a:t>
          </a:r>
          <a:r>
            <a:rPr lang="en-US" sz="2000" b="1" i="0" kern="1200" dirty="0">
              <a:latin typeface="Times New Roman" panose="02020603050405020304" pitchFamily="18" charset="0"/>
              <a:cs typeface="Times New Roman" panose="02020603050405020304" pitchFamily="18" charset="0"/>
            </a:rPr>
            <a:t>:</a:t>
          </a:r>
          <a:r>
            <a:rPr lang="en-US" sz="2000" b="0" i="0" kern="1200" dirty="0">
              <a:latin typeface="Times New Roman" panose="02020603050405020304" pitchFamily="18" charset="0"/>
              <a:cs typeface="Times New Roman" panose="02020603050405020304" pitchFamily="18" charset="0"/>
            </a:rPr>
            <a:t> Up to ±15°</a:t>
          </a:r>
          <a:endParaRPr lang="en-US" sz="2000" kern="1200" dirty="0">
            <a:latin typeface="Times New Roman" panose="02020603050405020304" pitchFamily="18" charset="0"/>
            <a:cs typeface="Times New Roman" panose="02020603050405020304" pitchFamily="18" charset="0"/>
          </a:endParaRPr>
        </a:p>
        <a:p>
          <a:pPr marL="228600" lvl="1" indent="-228600" algn="l" defTabSz="889000">
            <a:lnSpc>
              <a:spcPct val="90000"/>
            </a:lnSpc>
            <a:spcBef>
              <a:spcPct val="0"/>
            </a:spcBef>
            <a:spcAft>
              <a:spcPct val="15000"/>
            </a:spcAft>
            <a:buChar char="•"/>
          </a:pPr>
          <a:r>
            <a:rPr lang="en-US" sz="2000" b="0" i="0" kern="1200" dirty="0">
              <a:latin typeface="Times New Roman" panose="02020603050405020304" pitchFamily="18" charset="0"/>
              <a:cs typeface="Times New Roman" panose="02020603050405020304" pitchFamily="18" charset="0"/>
            </a:rPr>
            <a:t>Horizontal and Vertical Flipping</a:t>
          </a:r>
          <a:endParaRPr lang="en-US" sz="2000" kern="1200" dirty="0">
            <a:latin typeface="Times New Roman" panose="02020603050405020304" pitchFamily="18" charset="0"/>
            <a:cs typeface="Times New Roman" panose="02020603050405020304" pitchFamily="18" charset="0"/>
          </a:endParaRPr>
        </a:p>
        <a:p>
          <a:pPr marL="228600" lvl="1" indent="-228600" algn="l" defTabSz="889000">
            <a:lnSpc>
              <a:spcPct val="90000"/>
            </a:lnSpc>
            <a:spcBef>
              <a:spcPct val="0"/>
            </a:spcBef>
            <a:spcAft>
              <a:spcPct val="15000"/>
            </a:spcAft>
            <a:buChar char="•"/>
          </a:pPr>
          <a:r>
            <a:rPr lang="en-US" sz="2000" b="0" i="0" kern="1200" dirty="0">
              <a:latin typeface="Times New Roman" panose="02020603050405020304" pitchFamily="18" charset="0"/>
              <a:cs typeface="Times New Roman" panose="02020603050405020304" pitchFamily="18" charset="0"/>
            </a:rPr>
            <a:t>Zooming</a:t>
          </a:r>
          <a:r>
            <a:rPr lang="en-US" sz="2000" b="1" i="0" kern="1200" dirty="0">
              <a:latin typeface="Times New Roman" panose="02020603050405020304" pitchFamily="18" charset="0"/>
              <a:cs typeface="Times New Roman" panose="02020603050405020304" pitchFamily="18" charset="0"/>
            </a:rPr>
            <a:t>:</a:t>
          </a:r>
          <a:r>
            <a:rPr lang="en-US" sz="2000" b="0" i="0" kern="1200" dirty="0">
              <a:latin typeface="Times New Roman" panose="02020603050405020304" pitchFamily="18" charset="0"/>
              <a:cs typeface="Times New Roman" panose="02020603050405020304" pitchFamily="18" charset="0"/>
            </a:rPr>
            <a:t> Up to 20%</a:t>
          </a:r>
          <a:endParaRPr lang="en-US" sz="2000" kern="1200" dirty="0">
            <a:latin typeface="Times New Roman" panose="02020603050405020304" pitchFamily="18" charset="0"/>
            <a:cs typeface="Times New Roman" panose="02020603050405020304" pitchFamily="18" charset="0"/>
          </a:endParaRPr>
        </a:p>
        <a:p>
          <a:pPr marL="228600" lvl="1" indent="-228600" algn="l" defTabSz="889000">
            <a:lnSpc>
              <a:spcPct val="90000"/>
            </a:lnSpc>
            <a:spcBef>
              <a:spcPct val="0"/>
            </a:spcBef>
            <a:spcAft>
              <a:spcPct val="15000"/>
            </a:spcAft>
            <a:buChar char="•"/>
          </a:pPr>
          <a:r>
            <a:rPr lang="en-US" sz="2000" b="0" i="0" kern="1200" dirty="0">
              <a:latin typeface="Times New Roman" panose="02020603050405020304" pitchFamily="18" charset="0"/>
              <a:cs typeface="Times New Roman" panose="02020603050405020304" pitchFamily="18" charset="0"/>
            </a:rPr>
            <a:t>Translation</a:t>
          </a:r>
          <a:r>
            <a:rPr lang="en-US" sz="2000" b="1" i="0" kern="1200" dirty="0">
              <a:latin typeface="Times New Roman" panose="02020603050405020304" pitchFamily="18" charset="0"/>
              <a:cs typeface="Times New Roman" panose="02020603050405020304" pitchFamily="18" charset="0"/>
            </a:rPr>
            <a:t>:</a:t>
          </a:r>
          <a:r>
            <a:rPr lang="en-US" sz="2000" b="0" i="0" kern="1200" dirty="0">
              <a:latin typeface="Times New Roman" panose="02020603050405020304" pitchFamily="18" charset="0"/>
              <a:cs typeface="Times New Roman" panose="02020603050405020304" pitchFamily="18" charset="0"/>
            </a:rPr>
            <a:t> Up to 10% in both horizontal and vertical directions</a:t>
          </a:r>
          <a:endParaRPr lang="en-US" sz="2000" kern="1200" dirty="0">
            <a:latin typeface="Times New Roman" panose="02020603050405020304" pitchFamily="18" charset="0"/>
            <a:cs typeface="Times New Roman" panose="02020603050405020304" pitchFamily="18" charset="0"/>
          </a:endParaRPr>
        </a:p>
      </dsp:txBody>
      <dsp:txXfrm rot="-5400000">
        <a:off x="2565243" y="572827"/>
        <a:ext cx="7443252" cy="2709572"/>
      </dsp:txXfrm>
    </dsp:sp>
    <dsp:sp modelId="{7010C48D-91F1-414B-BEFA-EED8D7B0FD04}">
      <dsp:nvSpPr>
        <dsp:cNvPr id="0" name=""/>
        <dsp:cNvSpPr/>
      </dsp:nvSpPr>
      <dsp:spPr>
        <a:xfrm>
          <a:off x="0" y="102982"/>
          <a:ext cx="2569519" cy="368621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870" tIns="51435" rIns="102870" bIns="51435" numCol="1" spcCol="1270" anchor="ctr" anchorCtr="0">
          <a:noAutofit/>
        </a:bodyPr>
        <a:lstStyle/>
        <a:p>
          <a:pPr marL="0" lvl="0" indent="0" algn="ctr" defTabSz="1200150">
            <a:lnSpc>
              <a:spcPct val="90000"/>
            </a:lnSpc>
            <a:spcBef>
              <a:spcPct val="0"/>
            </a:spcBef>
            <a:spcAft>
              <a:spcPct val="35000"/>
            </a:spcAft>
            <a:buNone/>
          </a:pPr>
          <a:r>
            <a:rPr lang="en-US" sz="2700" b="1" i="0" kern="1200" dirty="0">
              <a:latin typeface="Times New Roman" panose="02020603050405020304" pitchFamily="18" charset="0"/>
              <a:cs typeface="Times New Roman" panose="02020603050405020304" pitchFamily="18" charset="0"/>
            </a:rPr>
            <a:t>Data Augmentation Techniques:</a:t>
          </a:r>
          <a:endParaRPr lang="en-US" sz="2700" kern="1200" dirty="0">
            <a:latin typeface="Times New Roman" panose="02020603050405020304" pitchFamily="18" charset="0"/>
            <a:cs typeface="Times New Roman" panose="02020603050405020304" pitchFamily="18" charset="0"/>
          </a:endParaRPr>
        </a:p>
      </dsp:txBody>
      <dsp:txXfrm>
        <a:off x="125434" y="228416"/>
        <a:ext cx="2318651" cy="343534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ED5BF08-BADE-48C9-A0D3-CD0BD4C19E97}">
      <dsp:nvSpPr>
        <dsp:cNvPr id="0" name=""/>
        <dsp:cNvSpPr/>
      </dsp:nvSpPr>
      <dsp:spPr>
        <a:xfrm>
          <a:off x="291" y="308370"/>
          <a:ext cx="3871669" cy="45329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1435" tIns="34290" rIns="51435" bIns="34290" numCol="1" spcCol="1270" anchor="ctr" anchorCtr="0">
          <a:noAutofit/>
        </a:bodyPr>
        <a:lstStyle/>
        <a:p>
          <a:pPr marL="0" lvl="0" indent="0" algn="ctr" defTabSz="1200150">
            <a:lnSpc>
              <a:spcPct val="90000"/>
            </a:lnSpc>
            <a:spcBef>
              <a:spcPct val="0"/>
            </a:spcBef>
            <a:spcAft>
              <a:spcPct val="35000"/>
            </a:spcAft>
            <a:buNone/>
          </a:pPr>
          <a:r>
            <a:rPr lang="en-US" sz="2700" b="1" i="0" kern="1200" dirty="0">
              <a:latin typeface="Times New Roman" panose="02020603050405020304" pitchFamily="18" charset="0"/>
              <a:cs typeface="Times New Roman" panose="02020603050405020304" pitchFamily="18" charset="0"/>
            </a:rPr>
            <a:t>Machine Learning </a:t>
          </a:r>
          <a:endParaRPr lang="en-US" sz="2700" kern="1200" dirty="0">
            <a:latin typeface="Times New Roman" panose="02020603050405020304" pitchFamily="18" charset="0"/>
            <a:cs typeface="Times New Roman" panose="02020603050405020304" pitchFamily="18" charset="0"/>
          </a:endParaRPr>
        </a:p>
      </dsp:txBody>
      <dsp:txXfrm>
        <a:off x="13568" y="321647"/>
        <a:ext cx="3845115" cy="426744"/>
      </dsp:txXfrm>
    </dsp:sp>
    <dsp:sp modelId="{B7CB40B3-DA74-4B16-B571-57B2EAF6BC24}">
      <dsp:nvSpPr>
        <dsp:cNvPr id="0" name=""/>
        <dsp:cNvSpPr/>
      </dsp:nvSpPr>
      <dsp:spPr>
        <a:xfrm>
          <a:off x="387458" y="761668"/>
          <a:ext cx="387166" cy="450427"/>
        </a:xfrm>
        <a:custGeom>
          <a:avLst/>
          <a:gdLst/>
          <a:ahLst/>
          <a:cxnLst/>
          <a:rect l="0" t="0" r="0" b="0"/>
          <a:pathLst>
            <a:path>
              <a:moveTo>
                <a:pt x="0" y="0"/>
              </a:moveTo>
              <a:lnTo>
                <a:pt x="0" y="450427"/>
              </a:lnTo>
              <a:lnTo>
                <a:pt x="387166" y="450427"/>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979C2D6-3956-4079-ADB7-D32A5D3BA0CD}">
      <dsp:nvSpPr>
        <dsp:cNvPr id="0" name=""/>
        <dsp:cNvSpPr/>
      </dsp:nvSpPr>
      <dsp:spPr>
        <a:xfrm>
          <a:off x="774625" y="911810"/>
          <a:ext cx="3875241" cy="60056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b="0" i="0" kern="1200" dirty="0">
              <a:latin typeface="Times New Roman" panose="02020603050405020304" pitchFamily="18" charset="0"/>
              <a:cs typeface="Times New Roman" panose="02020603050405020304" pitchFamily="18" charset="0"/>
            </a:rPr>
            <a:t>SVM (RBF kernel): Max-margin classifier</a:t>
          </a:r>
          <a:endParaRPr lang="en-US" sz="1800" kern="1200" dirty="0">
            <a:latin typeface="Times New Roman" panose="02020603050405020304" pitchFamily="18" charset="0"/>
            <a:cs typeface="Times New Roman" panose="02020603050405020304" pitchFamily="18" charset="0"/>
          </a:endParaRPr>
        </a:p>
      </dsp:txBody>
      <dsp:txXfrm>
        <a:off x="792215" y="929400"/>
        <a:ext cx="3840061" cy="565389"/>
      </dsp:txXfrm>
    </dsp:sp>
    <dsp:sp modelId="{4376F99C-D573-4AF8-AA38-922812EE8E38}">
      <dsp:nvSpPr>
        <dsp:cNvPr id="0" name=""/>
        <dsp:cNvSpPr/>
      </dsp:nvSpPr>
      <dsp:spPr>
        <a:xfrm>
          <a:off x="387458" y="761668"/>
          <a:ext cx="387166" cy="1201139"/>
        </a:xfrm>
        <a:custGeom>
          <a:avLst/>
          <a:gdLst/>
          <a:ahLst/>
          <a:cxnLst/>
          <a:rect l="0" t="0" r="0" b="0"/>
          <a:pathLst>
            <a:path>
              <a:moveTo>
                <a:pt x="0" y="0"/>
              </a:moveTo>
              <a:lnTo>
                <a:pt x="0" y="1201139"/>
              </a:lnTo>
              <a:lnTo>
                <a:pt x="387166" y="120113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ED6EB93-915D-4A75-9EEA-3B8B06212F9A}">
      <dsp:nvSpPr>
        <dsp:cNvPr id="0" name=""/>
        <dsp:cNvSpPr/>
      </dsp:nvSpPr>
      <dsp:spPr>
        <a:xfrm>
          <a:off x="774625" y="1662523"/>
          <a:ext cx="3875241" cy="60056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b="0" i="0" kern="1200" dirty="0">
              <a:latin typeface="Times New Roman" panose="02020603050405020304" pitchFamily="18" charset="0"/>
              <a:cs typeface="Times New Roman" panose="02020603050405020304" pitchFamily="18" charset="0"/>
            </a:rPr>
            <a:t>Random Forest: Ensemble of decision trees</a:t>
          </a:r>
          <a:endParaRPr lang="en-US" sz="1800" kern="1200" dirty="0">
            <a:latin typeface="Times New Roman" panose="02020603050405020304" pitchFamily="18" charset="0"/>
            <a:cs typeface="Times New Roman" panose="02020603050405020304" pitchFamily="18" charset="0"/>
          </a:endParaRPr>
        </a:p>
      </dsp:txBody>
      <dsp:txXfrm>
        <a:off x="792215" y="1680113"/>
        <a:ext cx="3840061" cy="565389"/>
      </dsp:txXfrm>
    </dsp:sp>
    <dsp:sp modelId="{A91F0495-EABE-420D-B9A2-EA28137A5193}">
      <dsp:nvSpPr>
        <dsp:cNvPr id="0" name=""/>
        <dsp:cNvSpPr/>
      </dsp:nvSpPr>
      <dsp:spPr>
        <a:xfrm>
          <a:off x="387458" y="761668"/>
          <a:ext cx="387166" cy="1951852"/>
        </a:xfrm>
        <a:custGeom>
          <a:avLst/>
          <a:gdLst/>
          <a:ahLst/>
          <a:cxnLst/>
          <a:rect l="0" t="0" r="0" b="0"/>
          <a:pathLst>
            <a:path>
              <a:moveTo>
                <a:pt x="0" y="0"/>
              </a:moveTo>
              <a:lnTo>
                <a:pt x="0" y="1951852"/>
              </a:lnTo>
              <a:lnTo>
                <a:pt x="387166" y="1951852"/>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8E3683F-99B5-47A5-AD72-4FF184A36002}">
      <dsp:nvSpPr>
        <dsp:cNvPr id="0" name=""/>
        <dsp:cNvSpPr/>
      </dsp:nvSpPr>
      <dsp:spPr>
        <a:xfrm>
          <a:off x="774625" y="2413235"/>
          <a:ext cx="3875241" cy="60056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b="0" i="0" kern="1200" dirty="0">
              <a:latin typeface="Times New Roman" panose="02020603050405020304" pitchFamily="18" charset="0"/>
              <a:cs typeface="Times New Roman" panose="02020603050405020304" pitchFamily="18" charset="0"/>
            </a:rPr>
            <a:t>K-Nearest Neighbors: Based on closest training examples</a:t>
          </a:r>
          <a:endParaRPr lang="en-US" sz="1800" kern="1200" dirty="0">
            <a:latin typeface="Times New Roman" panose="02020603050405020304" pitchFamily="18" charset="0"/>
            <a:cs typeface="Times New Roman" panose="02020603050405020304" pitchFamily="18" charset="0"/>
          </a:endParaRPr>
        </a:p>
      </dsp:txBody>
      <dsp:txXfrm>
        <a:off x="792215" y="2430825"/>
        <a:ext cx="3840061" cy="565389"/>
      </dsp:txXfrm>
    </dsp:sp>
    <dsp:sp modelId="{8916432E-DCCE-46A3-B978-14B2650EE93F}">
      <dsp:nvSpPr>
        <dsp:cNvPr id="0" name=""/>
        <dsp:cNvSpPr/>
      </dsp:nvSpPr>
      <dsp:spPr>
        <a:xfrm>
          <a:off x="387458" y="761668"/>
          <a:ext cx="387166" cy="2702564"/>
        </a:xfrm>
        <a:custGeom>
          <a:avLst/>
          <a:gdLst/>
          <a:ahLst/>
          <a:cxnLst/>
          <a:rect l="0" t="0" r="0" b="0"/>
          <a:pathLst>
            <a:path>
              <a:moveTo>
                <a:pt x="0" y="0"/>
              </a:moveTo>
              <a:lnTo>
                <a:pt x="0" y="2702564"/>
              </a:lnTo>
              <a:lnTo>
                <a:pt x="387166" y="270256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5C6C937-C088-414F-AF32-524B709AD30D}">
      <dsp:nvSpPr>
        <dsp:cNvPr id="0" name=""/>
        <dsp:cNvSpPr/>
      </dsp:nvSpPr>
      <dsp:spPr>
        <a:xfrm>
          <a:off x="774625" y="3163947"/>
          <a:ext cx="3875241" cy="60056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b="0" i="0" kern="1200" dirty="0">
              <a:latin typeface="Times New Roman" panose="02020603050405020304" pitchFamily="18" charset="0"/>
              <a:cs typeface="Times New Roman" panose="02020603050405020304" pitchFamily="18" charset="0"/>
            </a:rPr>
            <a:t>Logistic Regression: Probabilistic linear classifier</a:t>
          </a:r>
          <a:endParaRPr lang="en-US" sz="1800" kern="1200" dirty="0">
            <a:latin typeface="Times New Roman" panose="02020603050405020304" pitchFamily="18" charset="0"/>
            <a:cs typeface="Times New Roman" panose="02020603050405020304" pitchFamily="18" charset="0"/>
          </a:endParaRPr>
        </a:p>
      </dsp:txBody>
      <dsp:txXfrm>
        <a:off x="792215" y="3181537"/>
        <a:ext cx="3840061" cy="565389"/>
      </dsp:txXfrm>
    </dsp:sp>
    <dsp:sp modelId="{DB9E554C-65E5-4D07-ADD5-97EB5A8CCAF3}">
      <dsp:nvSpPr>
        <dsp:cNvPr id="0" name=""/>
        <dsp:cNvSpPr/>
      </dsp:nvSpPr>
      <dsp:spPr>
        <a:xfrm>
          <a:off x="387458" y="761668"/>
          <a:ext cx="387166" cy="3453276"/>
        </a:xfrm>
        <a:custGeom>
          <a:avLst/>
          <a:gdLst/>
          <a:ahLst/>
          <a:cxnLst/>
          <a:rect l="0" t="0" r="0" b="0"/>
          <a:pathLst>
            <a:path>
              <a:moveTo>
                <a:pt x="0" y="0"/>
              </a:moveTo>
              <a:lnTo>
                <a:pt x="0" y="3453276"/>
              </a:lnTo>
              <a:lnTo>
                <a:pt x="387166" y="3453276"/>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E983535-F1D0-49BD-B07B-557C17B00DE8}">
      <dsp:nvSpPr>
        <dsp:cNvPr id="0" name=""/>
        <dsp:cNvSpPr/>
      </dsp:nvSpPr>
      <dsp:spPr>
        <a:xfrm>
          <a:off x="774625" y="3914659"/>
          <a:ext cx="3875241" cy="60056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b="0" i="0" kern="1200" dirty="0" err="1">
              <a:latin typeface="Times New Roman" panose="02020603050405020304" pitchFamily="18" charset="0"/>
              <a:cs typeface="Times New Roman" panose="02020603050405020304" pitchFamily="18" charset="0"/>
            </a:rPr>
            <a:t>XGBoost</a:t>
          </a:r>
          <a:r>
            <a:rPr lang="en-US" sz="1800" b="1" i="0" kern="1200" dirty="0">
              <a:latin typeface="Times New Roman" panose="02020603050405020304" pitchFamily="18" charset="0"/>
              <a:cs typeface="Times New Roman" panose="02020603050405020304" pitchFamily="18" charset="0"/>
            </a:rPr>
            <a:t>:</a:t>
          </a:r>
          <a:r>
            <a:rPr lang="en-US" sz="1800" b="0" i="0" kern="1200" dirty="0">
              <a:latin typeface="Times New Roman" panose="02020603050405020304" pitchFamily="18" charset="0"/>
              <a:cs typeface="Times New Roman" panose="02020603050405020304" pitchFamily="18" charset="0"/>
            </a:rPr>
            <a:t> Gradient-boosted decision tree algorithm optimized for speed and performance</a:t>
          </a:r>
          <a:br>
            <a:rPr lang="en-US" sz="1400" b="0" i="0" kern="1200" dirty="0">
              <a:latin typeface="Times New Roman" panose="02020603050405020304" pitchFamily="18" charset="0"/>
              <a:cs typeface="Times New Roman" panose="02020603050405020304" pitchFamily="18" charset="0"/>
            </a:rPr>
          </a:br>
          <a:endParaRPr lang="en-US" sz="1400" kern="1200" dirty="0">
            <a:latin typeface="Times New Roman" panose="02020603050405020304" pitchFamily="18" charset="0"/>
            <a:cs typeface="Times New Roman" panose="02020603050405020304" pitchFamily="18" charset="0"/>
          </a:endParaRPr>
        </a:p>
      </dsp:txBody>
      <dsp:txXfrm>
        <a:off x="792215" y="3932249"/>
        <a:ext cx="3840061" cy="56538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600EB74-6A5D-4982-9B01-D521F552970F}">
      <dsp:nvSpPr>
        <dsp:cNvPr id="0" name=""/>
        <dsp:cNvSpPr/>
      </dsp:nvSpPr>
      <dsp:spPr>
        <a:xfrm>
          <a:off x="710" y="205277"/>
          <a:ext cx="3836380" cy="456325"/>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1435" tIns="34290" rIns="51435" bIns="34290" numCol="1" spcCol="1270" anchor="ctr" anchorCtr="0">
          <a:noAutofit/>
        </a:bodyPr>
        <a:lstStyle/>
        <a:p>
          <a:pPr marL="0" lvl="0" indent="0" algn="ctr" defTabSz="1200150">
            <a:lnSpc>
              <a:spcPct val="90000"/>
            </a:lnSpc>
            <a:spcBef>
              <a:spcPct val="0"/>
            </a:spcBef>
            <a:spcAft>
              <a:spcPct val="35000"/>
            </a:spcAft>
            <a:buNone/>
          </a:pPr>
          <a:r>
            <a:rPr lang="en-US" sz="2700" b="1" i="0" kern="1200" dirty="0">
              <a:latin typeface="Times New Roman" panose="02020603050405020304" pitchFamily="18" charset="0"/>
              <a:cs typeface="Times New Roman" panose="02020603050405020304" pitchFamily="18" charset="0"/>
            </a:rPr>
            <a:t>Deep Learning</a:t>
          </a:r>
          <a:endParaRPr lang="en-US" sz="2700" kern="1200" dirty="0">
            <a:latin typeface="Times New Roman" panose="02020603050405020304" pitchFamily="18" charset="0"/>
            <a:cs typeface="Times New Roman" panose="02020603050405020304" pitchFamily="18" charset="0"/>
          </a:endParaRPr>
        </a:p>
      </dsp:txBody>
      <dsp:txXfrm>
        <a:off x="14075" y="218642"/>
        <a:ext cx="3809650" cy="429595"/>
      </dsp:txXfrm>
    </dsp:sp>
    <dsp:sp modelId="{E719C359-1E0C-4F62-AFF3-0BC579EF5040}">
      <dsp:nvSpPr>
        <dsp:cNvPr id="0" name=""/>
        <dsp:cNvSpPr/>
      </dsp:nvSpPr>
      <dsp:spPr>
        <a:xfrm>
          <a:off x="384348" y="661602"/>
          <a:ext cx="383638" cy="723714"/>
        </a:xfrm>
        <a:custGeom>
          <a:avLst/>
          <a:gdLst/>
          <a:ahLst/>
          <a:cxnLst/>
          <a:rect l="0" t="0" r="0" b="0"/>
          <a:pathLst>
            <a:path>
              <a:moveTo>
                <a:pt x="0" y="0"/>
              </a:moveTo>
              <a:lnTo>
                <a:pt x="0" y="723714"/>
              </a:lnTo>
              <a:lnTo>
                <a:pt x="383638" y="723714"/>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90B2FC-C6FD-494B-9BA3-3D5B6C0B6C80}">
      <dsp:nvSpPr>
        <dsp:cNvPr id="0" name=""/>
        <dsp:cNvSpPr/>
      </dsp:nvSpPr>
      <dsp:spPr>
        <a:xfrm>
          <a:off x="767986" y="1014740"/>
          <a:ext cx="3437634" cy="741152"/>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b="0" i="0" kern="1200" dirty="0">
              <a:latin typeface="Times New Roman" panose="02020603050405020304" pitchFamily="18" charset="0"/>
              <a:cs typeface="Times New Roman" panose="02020603050405020304" pitchFamily="18" charset="0"/>
            </a:rPr>
            <a:t>Custom CNN: 3 Conv blocks, FC layers, </a:t>
          </a:r>
          <a:r>
            <a:rPr lang="en-US" sz="1800" b="0" i="0" kern="1200" dirty="0" err="1">
              <a:latin typeface="Times New Roman" panose="02020603050405020304" pitchFamily="18" charset="0"/>
              <a:cs typeface="Times New Roman" panose="02020603050405020304" pitchFamily="18" charset="0"/>
            </a:rPr>
            <a:t>Softmax</a:t>
          </a:r>
          <a:endParaRPr lang="en-US" sz="1800" kern="1200" dirty="0">
            <a:latin typeface="Times New Roman" panose="02020603050405020304" pitchFamily="18" charset="0"/>
            <a:cs typeface="Times New Roman" panose="02020603050405020304" pitchFamily="18" charset="0"/>
          </a:endParaRPr>
        </a:p>
      </dsp:txBody>
      <dsp:txXfrm>
        <a:off x="789694" y="1036448"/>
        <a:ext cx="3394218" cy="697736"/>
      </dsp:txXfrm>
    </dsp:sp>
    <dsp:sp modelId="{08B3B21E-8C7D-463C-A8BD-22AC0D2DABE6}">
      <dsp:nvSpPr>
        <dsp:cNvPr id="0" name=""/>
        <dsp:cNvSpPr/>
      </dsp:nvSpPr>
      <dsp:spPr>
        <a:xfrm>
          <a:off x="384348" y="661602"/>
          <a:ext cx="383638" cy="2073903"/>
        </a:xfrm>
        <a:custGeom>
          <a:avLst/>
          <a:gdLst/>
          <a:ahLst/>
          <a:cxnLst/>
          <a:rect l="0" t="0" r="0" b="0"/>
          <a:pathLst>
            <a:path>
              <a:moveTo>
                <a:pt x="0" y="0"/>
              </a:moveTo>
              <a:lnTo>
                <a:pt x="0" y="2073903"/>
              </a:lnTo>
              <a:lnTo>
                <a:pt x="383638" y="207390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9DE2EAB-4CB2-4FFC-8412-C19F96579BF6}">
      <dsp:nvSpPr>
        <dsp:cNvPr id="0" name=""/>
        <dsp:cNvSpPr/>
      </dsp:nvSpPr>
      <dsp:spPr>
        <a:xfrm>
          <a:off x="767986" y="2109031"/>
          <a:ext cx="3479332" cy="125294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b="0" i="0" kern="1200" dirty="0">
              <a:latin typeface="Times New Roman" panose="02020603050405020304" pitchFamily="18" charset="0"/>
              <a:cs typeface="Times New Roman" panose="02020603050405020304" pitchFamily="18" charset="0"/>
            </a:rPr>
            <a:t>MobileNetV2: Transfer learning from ImageNet, Lightweight, Final classifier layers replaced for binary classification</a:t>
          </a:r>
          <a:endParaRPr lang="en-US" sz="1800" kern="1200" dirty="0">
            <a:latin typeface="Times New Roman" panose="02020603050405020304" pitchFamily="18" charset="0"/>
            <a:cs typeface="Times New Roman" panose="02020603050405020304" pitchFamily="18" charset="0"/>
          </a:endParaRPr>
        </a:p>
      </dsp:txBody>
      <dsp:txXfrm>
        <a:off x="804684" y="2145729"/>
        <a:ext cx="3405936" cy="1179552"/>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9EF8224-56CA-41D2-9184-167AB55FCD79}">
      <dsp:nvSpPr>
        <dsp:cNvPr id="0" name=""/>
        <dsp:cNvSpPr/>
      </dsp:nvSpPr>
      <dsp:spPr>
        <a:xfrm>
          <a:off x="836572" y="0"/>
          <a:ext cx="9481150" cy="3823998"/>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878D59E-5671-45D0-B9E7-74B3ECD08921}">
      <dsp:nvSpPr>
        <dsp:cNvPr id="0" name=""/>
        <dsp:cNvSpPr/>
      </dsp:nvSpPr>
      <dsp:spPr>
        <a:xfrm>
          <a:off x="136" y="1147199"/>
          <a:ext cx="1632296" cy="15295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solidFill>
                <a:schemeClr val="bg1"/>
              </a:solidFill>
              <a:latin typeface="Times New Roman" panose="02020603050405020304" pitchFamily="18" charset="0"/>
              <a:cs typeface="Times New Roman" panose="02020603050405020304" pitchFamily="18" charset="0"/>
            </a:rPr>
            <a:t>Takes grayscale MRI input (224×224×1)</a:t>
          </a:r>
          <a:endParaRPr lang="en-US" sz="1800" kern="1200" dirty="0">
            <a:solidFill>
              <a:schemeClr val="bg1"/>
            </a:solidFill>
            <a:latin typeface="Times New Roman" panose="02020603050405020304" pitchFamily="18" charset="0"/>
            <a:cs typeface="Times New Roman" panose="02020603050405020304" pitchFamily="18" charset="0"/>
          </a:endParaRPr>
        </a:p>
      </dsp:txBody>
      <dsp:txXfrm>
        <a:off x="74805" y="1221868"/>
        <a:ext cx="1482958" cy="1380261"/>
      </dsp:txXfrm>
    </dsp:sp>
    <dsp:sp modelId="{9F8C03E8-B3C0-47D0-9D0A-E8A40D5EBB28}">
      <dsp:nvSpPr>
        <dsp:cNvPr id="0" name=""/>
        <dsp:cNvSpPr/>
      </dsp:nvSpPr>
      <dsp:spPr>
        <a:xfrm>
          <a:off x="1904481" y="1147199"/>
          <a:ext cx="1632296" cy="15295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solidFill>
                <a:schemeClr val="bg1"/>
              </a:solidFill>
              <a:latin typeface="Times New Roman" panose="02020603050405020304" pitchFamily="18" charset="0"/>
              <a:cs typeface="Times New Roman" panose="02020603050405020304" pitchFamily="18" charset="0"/>
            </a:rPr>
            <a:t>3 Conv2D layers (32→64→128 filters) with ReLU</a:t>
          </a:r>
          <a:endParaRPr lang="en-US" sz="1800" kern="1200" dirty="0">
            <a:solidFill>
              <a:schemeClr val="bg1"/>
            </a:solidFill>
            <a:latin typeface="Times New Roman" panose="02020603050405020304" pitchFamily="18" charset="0"/>
            <a:cs typeface="Times New Roman" panose="02020603050405020304" pitchFamily="18" charset="0"/>
          </a:endParaRPr>
        </a:p>
      </dsp:txBody>
      <dsp:txXfrm>
        <a:off x="1979150" y="1221868"/>
        <a:ext cx="1482958" cy="1380261"/>
      </dsp:txXfrm>
    </dsp:sp>
    <dsp:sp modelId="{AE7841BF-9FE9-444F-9C88-628E18E29B05}">
      <dsp:nvSpPr>
        <dsp:cNvPr id="0" name=""/>
        <dsp:cNvSpPr/>
      </dsp:nvSpPr>
      <dsp:spPr>
        <a:xfrm>
          <a:off x="3808826" y="1147199"/>
          <a:ext cx="1632296" cy="15295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err="1">
              <a:solidFill>
                <a:schemeClr val="bg1"/>
              </a:solidFill>
              <a:latin typeface="Times New Roman" panose="02020603050405020304" pitchFamily="18" charset="0"/>
              <a:cs typeface="Times New Roman" panose="02020603050405020304" pitchFamily="18" charset="0"/>
            </a:rPr>
            <a:t>MaxPooling</a:t>
          </a:r>
          <a:r>
            <a:rPr lang="en-US" sz="1800" b="0" i="0" kern="1200" dirty="0">
              <a:solidFill>
                <a:schemeClr val="bg1"/>
              </a:solidFill>
              <a:latin typeface="Times New Roman" panose="02020603050405020304" pitchFamily="18" charset="0"/>
              <a:cs typeface="Times New Roman" panose="02020603050405020304" pitchFamily="18" charset="0"/>
            </a:rPr>
            <a:t> after each Conv layer</a:t>
          </a:r>
          <a:endParaRPr lang="en-US" sz="1800" kern="1200" dirty="0">
            <a:solidFill>
              <a:schemeClr val="bg1"/>
            </a:solidFill>
            <a:latin typeface="Times New Roman" panose="02020603050405020304" pitchFamily="18" charset="0"/>
            <a:cs typeface="Times New Roman" panose="02020603050405020304" pitchFamily="18" charset="0"/>
          </a:endParaRPr>
        </a:p>
      </dsp:txBody>
      <dsp:txXfrm>
        <a:off x="3883495" y="1221868"/>
        <a:ext cx="1482958" cy="1380261"/>
      </dsp:txXfrm>
    </dsp:sp>
    <dsp:sp modelId="{90E0B413-1CDA-4B28-8D12-2CF964224BE1}">
      <dsp:nvSpPr>
        <dsp:cNvPr id="0" name=""/>
        <dsp:cNvSpPr/>
      </dsp:nvSpPr>
      <dsp:spPr>
        <a:xfrm>
          <a:off x="5713172" y="1147199"/>
          <a:ext cx="1632296" cy="15295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solidFill>
                <a:schemeClr val="bg1"/>
              </a:solidFill>
              <a:latin typeface="Times New Roman" panose="02020603050405020304" pitchFamily="18" charset="0"/>
              <a:cs typeface="Times New Roman" panose="02020603050405020304" pitchFamily="18" charset="0"/>
            </a:rPr>
            <a:t>Flattened, passed to Dense layer (128 units)</a:t>
          </a:r>
          <a:endParaRPr lang="en-US" sz="1800" kern="1200" dirty="0">
            <a:solidFill>
              <a:schemeClr val="bg1"/>
            </a:solidFill>
            <a:latin typeface="Times New Roman" panose="02020603050405020304" pitchFamily="18" charset="0"/>
            <a:cs typeface="Times New Roman" panose="02020603050405020304" pitchFamily="18" charset="0"/>
          </a:endParaRPr>
        </a:p>
      </dsp:txBody>
      <dsp:txXfrm>
        <a:off x="5787841" y="1221868"/>
        <a:ext cx="1482958" cy="1380261"/>
      </dsp:txXfrm>
    </dsp:sp>
    <dsp:sp modelId="{AED7A2B1-CE61-41F6-BCA3-7E3F777520AE}">
      <dsp:nvSpPr>
        <dsp:cNvPr id="0" name=""/>
        <dsp:cNvSpPr/>
      </dsp:nvSpPr>
      <dsp:spPr>
        <a:xfrm>
          <a:off x="7617517" y="1147199"/>
          <a:ext cx="1632296" cy="15295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solidFill>
                <a:schemeClr val="bg1"/>
              </a:solidFill>
              <a:latin typeface="Times New Roman" panose="02020603050405020304" pitchFamily="18" charset="0"/>
              <a:cs typeface="Times New Roman" panose="02020603050405020304" pitchFamily="18" charset="0"/>
            </a:rPr>
            <a:t>Final Dense (2 units) with </a:t>
          </a:r>
          <a:r>
            <a:rPr lang="en-US" sz="1800" b="0" i="0" kern="1200" dirty="0" err="1">
              <a:solidFill>
                <a:schemeClr val="bg1"/>
              </a:solidFill>
              <a:latin typeface="Times New Roman" panose="02020603050405020304" pitchFamily="18" charset="0"/>
              <a:cs typeface="Times New Roman" panose="02020603050405020304" pitchFamily="18" charset="0"/>
            </a:rPr>
            <a:t>Softmax</a:t>
          </a:r>
          <a:r>
            <a:rPr lang="en-US" sz="1800" b="0" i="0" kern="1200" dirty="0">
              <a:solidFill>
                <a:schemeClr val="bg1"/>
              </a:solidFill>
              <a:latin typeface="Times New Roman" panose="02020603050405020304" pitchFamily="18" charset="0"/>
              <a:cs typeface="Times New Roman" panose="02020603050405020304" pitchFamily="18" charset="0"/>
            </a:rPr>
            <a:t> → Tumor / Non-Tumor</a:t>
          </a:r>
          <a:endParaRPr lang="en-US" sz="1800" kern="1200" dirty="0">
            <a:solidFill>
              <a:schemeClr val="bg1"/>
            </a:solidFill>
            <a:latin typeface="Times New Roman" panose="02020603050405020304" pitchFamily="18" charset="0"/>
            <a:cs typeface="Times New Roman" panose="02020603050405020304" pitchFamily="18" charset="0"/>
          </a:endParaRPr>
        </a:p>
      </dsp:txBody>
      <dsp:txXfrm>
        <a:off x="7692186" y="1221868"/>
        <a:ext cx="1482958" cy="1380261"/>
      </dsp:txXfrm>
    </dsp:sp>
    <dsp:sp modelId="{6D912303-AF89-42C3-9FE4-96458242568A}">
      <dsp:nvSpPr>
        <dsp:cNvPr id="0" name=""/>
        <dsp:cNvSpPr/>
      </dsp:nvSpPr>
      <dsp:spPr>
        <a:xfrm>
          <a:off x="9521862" y="1147199"/>
          <a:ext cx="1632296" cy="1529599"/>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0" i="0" kern="1200" dirty="0">
              <a:solidFill>
                <a:schemeClr val="bg1"/>
              </a:solidFill>
              <a:latin typeface="Times New Roman" panose="02020603050405020304" pitchFamily="18" charset="0"/>
              <a:cs typeface="Times New Roman" panose="02020603050405020304" pitchFamily="18" charset="0"/>
            </a:rPr>
            <a:t>Learns features automatically for efficient classification</a:t>
          </a:r>
          <a:endParaRPr lang="en-US" sz="1800" kern="1200" dirty="0">
            <a:solidFill>
              <a:schemeClr val="bg1"/>
            </a:solidFill>
            <a:latin typeface="Times New Roman" panose="02020603050405020304" pitchFamily="18" charset="0"/>
            <a:cs typeface="Times New Roman" panose="02020603050405020304" pitchFamily="18" charset="0"/>
          </a:endParaRPr>
        </a:p>
      </dsp:txBody>
      <dsp:txXfrm>
        <a:off x="9596531" y="1221868"/>
        <a:ext cx="1482958" cy="138026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D0198D1-AED6-43FE-AD4C-27068AB9DE65}">
      <dsp:nvSpPr>
        <dsp:cNvPr id="0" name=""/>
        <dsp:cNvSpPr/>
      </dsp:nvSpPr>
      <dsp:spPr>
        <a:xfrm>
          <a:off x="0" y="242382"/>
          <a:ext cx="5044440" cy="250965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76200" tIns="76200" rIns="76200" bIns="76200" numCol="1" spcCol="1270" anchor="ctr" anchorCtr="0">
          <a:noAutofit/>
        </a:bodyPr>
        <a:lstStyle/>
        <a:p>
          <a:pPr marL="0" lvl="0" indent="0" algn="just" defTabSz="889000">
            <a:lnSpc>
              <a:spcPct val="90000"/>
            </a:lnSpc>
            <a:spcBef>
              <a:spcPct val="0"/>
            </a:spcBef>
            <a:spcAft>
              <a:spcPct val="35000"/>
            </a:spcAft>
            <a:buNone/>
          </a:pPr>
          <a:r>
            <a:rPr lang="en-US" sz="2000" b="0" i="0" kern="1200" dirty="0">
              <a:latin typeface="Times New Roman" panose="02020603050405020304" pitchFamily="18" charset="0"/>
              <a:cs typeface="Times New Roman" panose="02020603050405020304" pitchFamily="18" charset="0"/>
            </a:rPr>
            <a:t>The diagram presents a complete MRI-based brain tumor classification pipeline, covering preprocessing, feature extraction, and model training using both ML (SVM, KNN, RF, </a:t>
          </a:r>
          <a:r>
            <a:rPr lang="en-US" sz="2000" b="0" i="0" kern="1200" dirty="0" err="1">
              <a:latin typeface="Times New Roman" panose="02020603050405020304" pitchFamily="18" charset="0"/>
              <a:cs typeface="Times New Roman" panose="02020603050405020304" pitchFamily="18" charset="0"/>
            </a:rPr>
            <a:t>XGBoost</a:t>
          </a:r>
          <a:r>
            <a:rPr lang="en-US" sz="2000" b="0" i="0" kern="1200" dirty="0">
              <a:latin typeface="Times New Roman" panose="02020603050405020304" pitchFamily="18" charset="0"/>
              <a:cs typeface="Times New Roman" panose="02020603050405020304" pitchFamily="18" charset="0"/>
            </a:rPr>
            <a:t>, LR) and DL (CNN, MobileNetV2) methods. Evaluation is based on metrics like accuracy, precision, recall, F1-score, and AUC for comparative analysis.</a:t>
          </a:r>
          <a:endParaRPr lang="en-US" sz="2000" kern="1200" dirty="0">
            <a:latin typeface="Times New Roman" panose="02020603050405020304" pitchFamily="18" charset="0"/>
            <a:cs typeface="Times New Roman" panose="02020603050405020304" pitchFamily="18" charset="0"/>
          </a:endParaRPr>
        </a:p>
      </dsp:txBody>
      <dsp:txXfrm>
        <a:off x="122511" y="364893"/>
        <a:ext cx="4799418" cy="2264628"/>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EBEDD12-BCD5-485B-BCBC-34BB01D7923C}" type="datetimeFigureOut">
              <a:rPr lang="en-US" smtClean="0"/>
              <a:t>5/31/2025</a:t>
            </a:fld>
            <a:endParaRPr lang="en-US"/>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2C230DF-5933-439D-898F-38E9AC9BA688}" type="slidenum">
              <a:rPr lang="en-US" smtClean="0"/>
              <a:t>‹#›</a:t>
            </a:fld>
            <a:endParaRPr lang="en-US"/>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EE7A52F-9D89-7442-A8E9-48D1527B5F6B}" type="datetimeFigureOut">
              <a:rPr lang="en-US" smtClean="0"/>
              <a:t>5/31/2025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9C7E07-3C67-C64C-8DA0-0404F6303970}" type="slidenum">
              <a:rPr lang="en-US" smtClean="0"/>
              <a:t>‹#›</a:t>
            </a:fld>
            <a:endParaRPr lang="en-US"/>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a:p>
        </p:txBody>
      </p:sp>
    </p:spTree>
    <p:extLst>
      <p:ext uri="{BB962C8B-B14F-4D97-AF65-F5344CB8AC3E}">
        <p14:creationId xmlns:p14="http://schemas.microsoft.com/office/powerpoint/2010/main" val="31134168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Good morning, everyone. Today, I’m here to share with you the methodology behind our research on brain tumor classification using MRI images.</a:t>
            </a:r>
          </a:p>
          <a:p>
            <a:pPr>
              <a:buNone/>
            </a:pPr>
            <a:r>
              <a:rPr lang="en-US" dirty="0"/>
              <a:t>For </a:t>
            </a:r>
            <a:r>
              <a:rPr lang="en-US" b="1" dirty="0"/>
              <a:t>feature extraction</a:t>
            </a:r>
            <a:r>
              <a:rPr lang="en-US" dirty="0"/>
              <a:t>, we used </a:t>
            </a:r>
            <a:r>
              <a:rPr lang="en-US" b="1" dirty="0"/>
              <a:t>handcrafted techniques</a:t>
            </a:r>
            <a:r>
              <a:rPr lang="en-US" dirty="0"/>
              <a:t> suitable for traditional machine learning models. Specifically, we applied </a:t>
            </a:r>
            <a:r>
              <a:rPr lang="en-US" b="1" dirty="0"/>
              <a:t>Local Binary Pattern (LBP)</a:t>
            </a:r>
            <a:r>
              <a:rPr lang="en-US" dirty="0"/>
              <a:t> to capture texture features and </a:t>
            </a:r>
            <a:r>
              <a:rPr lang="en-US" b="1" dirty="0"/>
              <a:t>Histogram of Oriented Gradients (HOG)</a:t>
            </a:r>
            <a:r>
              <a:rPr lang="en-US" dirty="0"/>
              <a:t> to detect shapes and edges in the images.</a:t>
            </a:r>
          </a:p>
          <a:p>
            <a:r>
              <a:rPr lang="en-US" dirty="0"/>
              <a:t>Regarding the </a:t>
            </a:r>
            <a:r>
              <a:rPr lang="en-US" b="1" dirty="0"/>
              <a:t>train-test strategy</a:t>
            </a:r>
            <a:r>
              <a:rPr lang="en-US" dirty="0"/>
              <a:t>, we began with a total of </a:t>
            </a:r>
            <a:r>
              <a:rPr lang="en-US" b="1" dirty="0"/>
              <a:t>5,712 images for training</a:t>
            </a:r>
            <a:r>
              <a:rPr lang="en-US" dirty="0"/>
              <a:t> and </a:t>
            </a:r>
            <a:r>
              <a:rPr lang="en-US" b="1" dirty="0"/>
              <a:t>1,311 for testing</a:t>
            </a:r>
            <a:r>
              <a:rPr lang="en-US" dirty="0"/>
              <a:t>. To maintain class balance, we used a </a:t>
            </a:r>
            <a:r>
              <a:rPr lang="en-US" b="1" dirty="0"/>
              <a:t>stratified sampling approach</a:t>
            </a:r>
            <a:r>
              <a:rPr lang="en-US" dirty="0"/>
              <a:t>. Within the training set, we further split the data into </a:t>
            </a:r>
            <a:r>
              <a:rPr lang="en-US" b="1" dirty="0"/>
              <a:t>70% for training</a:t>
            </a:r>
            <a:r>
              <a:rPr lang="en-US" dirty="0"/>
              <a:t>, </a:t>
            </a:r>
            <a:r>
              <a:rPr lang="en-US" b="1" dirty="0"/>
              <a:t>15% for validation</a:t>
            </a:r>
            <a:r>
              <a:rPr lang="en-US" dirty="0"/>
              <a:t>, and </a:t>
            </a:r>
            <a:r>
              <a:rPr lang="en-US" b="1" dirty="0"/>
              <a:t>15% for testing</a:t>
            </a:r>
            <a:r>
              <a:rPr lang="en-US" dirty="0"/>
              <a:t>, ensuring that the distribution of tumor types remained consistent across all subsets.</a:t>
            </a:r>
          </a:p>
          <a:p>
            <a:endParaRPr lang="en-US" dirty="0"/>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7</a:t>
            </a:fld>
            <a:endParaRPr lang="en-US"/>
          </a:p>
        </p:txBody>
      </p:sp>
    </p:spTree>
    <p:extLst>
      <p:ext uri="{BB962C8B-B14F-4D97-AF65-F5344CB8AC3E}">
        <p14:creationId xmlns:p14="http://schemas.microsoft.com/office/powerpoint/2010/main" val="5200509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improve the model’s ability to generalize and reduce the risk of overfitting, we applied several </a:t>
            </a:r>
            <a:r>
              <a:rPr lang="en-US" b="1" dirty="0"/>
              <a:t>data augmentation techniques</a:t>
            </a:r>
            <a:r>
              <a:rPr lang="en-US" dirty="0"/>
              <a:t> during training. These included </a:t>
            </a:r>
            <a:r>
              <a:rPr lang="en-US" b="1" dirty="0"/>
              <a:t>random rotations up to ±15 degrees</a:t>
            </a:r>
            <a:r>
              <a:rPr lang="en-US" dirty="0"/>
              <a:t>, </a:t>
            </a:r>
            <a:r>
              <a:rPr lang="en-US" b="1" dirty="0"/>
              <a:t>horizontal and vertical flipping</a:t>
            </a:r>
            <a:r>
              <a:rPr lang="en-US" dirty="0"/>
              <a:t>, </a:t>
            </a:r>
            <a:r>
              <a:rPr lang="en-US" b="1" dirty="0"/>
              <a:t>zooming up to 20%</a:t>
            </a:r>
            <a:r>
              <a:rPr lang="en-US" dirty="0"/>
              <a:t>, and </a:t>
            </a:r>
            <a:r>
              <a:rPr lang="en-US" b="1" dirty="0"/>
              <a:t>translations up to 10%</a:t>
            </a:r>
            <a:r>
              <a:rPr lang="en-US" dirty="0"/>
              <a:t> in both directions. These transformations helped create more variability in the dataset without collecting new images, making the model more robust.</a:t>
            </a:r>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8</a:t>
            </a:fld>
            <a:endParaRPr lang="en-US"/>
          </a:p>
        </p:txBody>
      </p:sp>
    </p:spTree>
    <p:extLst>
      <p:ext uri="{BB962C8B-B14F-4D97-AF65-F5344CB8AC3E}">
        <p14:creationId xmlns:p14="http://schemas.microsoft.com/office/powerpoint/2010/main" val="40087315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None/>
            </a:pPr>
            <a:r>
              <a:rPr lang="en-US" dirty="0"/>
              <a:t>We used both </a:t>
            </a:r>
            <a:r>
              <a:rPr lang="en-US" b="1" dirty="0"/>
              <a:t>machine learning</a:t>
            </a:r>
            <a:r>
              <a:rPr lang="en-US" dirty="0"/>
              <a:t> and </a:t>
            </a:r>
            <a:r>
              <a:rPr lang="en-US" b="1" dirty="0"/>
              <a:t>deep learning</a:t>
            </a:r>
            <a:r>
              <a:rPr lang="en-US" dirty="0"/>
              <a:t> approaches for classification.</a:t>
            </a:r>
          </a:p>
          <a:p>
            <a:pPr>
              <a:buNone/>
            </a:pPr>
            <a:r>
              <a:rPr lang="en-US" dirty="0"/>
              <a:t>For </a:t>
            </a:r>
            <a:r>
              <a:rPr lang="en-US" b="1" dirty="0"/>
              <a:t>machine learning</a:t>
            </a:r>
            <a:r>
              <a:rPr lang="en-US" dirty="0"/>
              <a:t>, we experimented with several models:</a:t>
            </a:r>
          </a:p>
          <a:p>
            <a:pPr>
              <a:buFont typeface="Arial" panose="020B0604020202020204" pitchFamily="34" charset="0"/>
              <a:buChar char="•"/>
            </a:pPr>
            <a:r>
              <a:rPr lang="en-US" b="1" dirty="0"/>
              <a:t>SVM with RBF kernel</a:t>
            </a:r>
            <a:r>
              <a:rPr lang="en-US" dirty="0"/>
              <a:t> for finding optimal decision boundaries,</a:t>
            </a:r>
          </a:p>
          <a:p>
            <a:pPr>
              <a:buFont typeface="Arial" panose="020B0604020202020204" pitchFamily="34" charset="0"/>
              <a:buChar char="•"/>
            </a:pPr>
            <a:r>
              <a:rPr lang="en-US" b="1" dirty="0"/>
              <a:t>Random Forest</a:t>
            </a:r>
            <a:r>
              <a:rPr lang="en-US" dirty="0"/>
              <a:t>, which is an ensemble of decision trees,</a:t>
            </a:r>
          </a:p>
          <a:p>
            <a:pPr>
              <a:buFont typeface="Arial" panose="020B0604020202020204" pitchFamily="34" charset="0"/>
              <a:buChar char="•"/>
            </a:pPr>
            <a:r>
              <a:rPr lang="en-US" b="1" dirty="0"/>
              <a:t>K-Nearest Neighbors</a:t>
            </a:r>
            <a:r>
              <a:rPr lang="en-US" dirty="0"/>
              <a:t>, based on the closest training examples,</a:t>
            </a:r>
          </a:p>
          <a:p>
            <a:pPr>
              <a:buFont typeface="Arial" panose="020B0604020202020204" pitchFamily="34" charset="0"/>
              <a:buChar char="•"/>
            </a:pPr>
            <a:r>
              <a:rPr lang="en-US" b="1" dirty="0"/>
              <a:t>Logistic Regression</a:t>
            </a:r>
            <a:r>
              <a:rPr lang="en-US" dirty="0"/>
              <a:t>, a simple yet effective probabilistic model,</a:t>
            </a:r>
          </a:p>
          <a:p>
            <a:pPr>
              <a:buFont typeface="Arial" panose="020B0604020202020204" pitchFamily="34" charset="0"/>
              <a:buChar char="•"/>
            </a:pPr>
            <a:r>
              <a:rPr lang="en-US" dirty="0"/>
              <a:t>And </a:t>
            </a:r>
            <a:r>
              <a:rPr lang="en-US" b="1" dirty="0" err="1"/>
              <a:t>XGBoost</a:t>
            </a:r>
            <a:r>
              <a:rPr lang="en-US" dirty="0"/>
              <a:t>, a fast and powerful gradient-boosted tree algorithm.</a:t>
            </a:r>
          </a:p>
          <a:p>
            <a:r>
              <a:rPr lang="en-US" dirty="0"/>
              <a:t>On the </a:t>
            </a:r>
            <a:r>
              <a:rPr lang="en-US" b="1" dirty="0"/>
              <a:t>deep learning</a:t>
            </a:r>
            <a:r>
              <a:rPr lang="en-US" dirty="0"/>
              <a:t> side, we built a </a:t>
            </a:r>
            <a:r>
              <a:rPr lang="en-US" b="1" dirty="0"/>
              <a:t>custom CNN</a:t>
            </a:r>
            <a:r>
              <a:rPr lang="en-US" dirty="0"/>
              <a:t> with 3 convolutional blocks followed by fully connected layers and </a:t>
            </a:r>
            <a:r>
              <a:rPr lang="en-US" dirty="0" err="1"/>
              <a:t>softmax</a:t>
            </a:r>
            <a:r>
              <a:rPr lang="en-US" dirty="0"/>
              <a:t> for classification.</a:t>
            </a:r>
            <a:br>
              <a:rPr lang="en-US" dirty="0"/>
            </a:br>
            <a:r>
              <a:rPr lang="en-US" dirty="0"/>
              <a:t>We also used </a:t>
            </a:r>
            <a:r>
              <a:rPr lang="en-US" b="1" dirty="0"/>
              <a:t>MobileNetV2</a:t>
            </a:r>
            <a:r>
              <a:rPr lang="en-US" dirty="0"/>
              <a:t> through </a:t>
            </a:r>
            <a:r>
              <a:rPr lang="en-US" b="1" dirty="0"/>
              <a:t>transfer learning</a:t>
            </a:r>
            <a:r>
              <a:rPr lang="en-US" dirty="0"/>
              <a:t> from ImageNet. It’s a lightweight model where we replaced the final layers to adapt it for binary classification.</a:t>
            </a:r>
          </a:p>
          <a:p>
            <a:endParaRPr lang="en-US" dirty="0"/>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9</a:t>
            </a:fld>
            <a:endParaRPr lang="en-US"/>
          </a:p>
        </p:txBody>
      </p:sp>
    </p:spTree>
    <p:extLst>
      <p:ext uri="{BB962C8B-B14F-4D97-AF65-F5344CB8AC3E}">
        <p14:creationId xmlns:p14="http://schemas.microsoft.com/office/powerpoint/2010/main" val="10532800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diagram shows the CNN architecture designed for classifying brain MRI images.</a:t>
            </a:r>
            <a:br>
              <a:rPr lang="en-US" dirty="0"/>
            </a:br>
            <a:r>
              <a:rPr lang="en-US" dirty="0"/>
              <a:t>We start with a grayscale input of size 224 by 224. The model includes three convolutional layers, each followed by ReLU activation and max-pooling to reduce spatial dimensions while retaining key features.</a:t>
            </a:r>
            <a:br>
              <a:rPr lang="en-US" dirty="0"/>
            </a:br>
            <a:r>
              <a:rPr lang="en-US" dirty="0"/>
              <a:t>The number of filters increases with depth—32, then 64, and finally 128—to capture more complex patterns.</a:t>
            </a:r>
            <a:br>
              <a:rPr lang="en-US" dirty="0"/>
            </a:br>
            <a:r>
              <a:rPr lang="en-US" dirty="0"/>
              <a:t>After feature extraction, we flatten the output and pass it to a dense layer with 128 units.</a:t>
            </a:r>
            <a:br>
              <a:rPr lang="en-US" dirty="0"/>
            </a:br>
            <a:r>
              <a:rPr lang="en-US" dirty="0"/>
              <a:t>Finally, a </a:t>
            </a:r>
            <a:r>
              <a:rPr lang="en-US" dirty="0" err="1"/>
              <a:t>softmax</a:t>
            </a:r>
            <a:r>
              <a:rPr lang="en-US" dirty="0"/>
              <a:t> output layer with 2 units classifies the image as either Tumor or Non-Tumor.</a:t>
            </a:r>
            <a:br>
              <a:rPr lang="en-US" dirty="0"/>
            </a:br>
            <a:r>
              <a:rPr lang="en-US" dirty="0"/>
              <a:t>This end-to-end architecture automatically learns useful features for accurate and efficient tumor detection.</a:t>
            </a:r>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10</a:t>
            </a:fld>
            <a:endParaRPr lang="en-US"/>
          </a:p>
        </p:txBody>
      </p:sp>
    </p:spTree>
    <p:extLst>
      <p:ext uri="{BB962C8B-B14F-4D97-AF65-F5344CB8AC3E}">
        <p14:creationId xmlns:p14="http://schemas.microsoft.com/office/powerpoint/2010/main" val="144407372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block diagram illustrates the complete end-to-end pipeline for brain tumor classification using MRI images.</a:t>
            </a:r>
            <a:br>
              <a:rPr lang="en-US" dirty="0"/>
            </a:br>
            <a:r>
              <a:rPr lang="en-US" dirty="0"/>
              <a:t>We start with the </a:t>
            </a:r>
            <a:r>
              <a:rPr lang="en-US" b="1" dirty="0"/>
              <a:t>MRI image input</a:t>
            </a:r>
            <a:r>
              <a:rPr lang="en-US" dirty="0"/>
              <a:t>, which undergoes essential </a:t>
            </a:r>
            <a:r>
              <a:rPr lang="en-US" b="1" dirty="0"/>
              <a:t>preprocessing</a:t>
            </a:r>
            <a:r>
              <a:rPr lang="en-US" dirty="0"/>
              <a:t> to enhance image quality.</a:t>
            </a:r>
            <a:br>
              <a:rPr lang="en-US" dirty="0"/>
            </a:br>
            <a:r>
              <a:rPr lang="en-US" dirty="0"/>
              <a:t>Next, </a:t>
            </a:r>
            <a:r>
              <a:rPr lang="en-US" b="1" dirty="0"/>
              <a:t>feature extraction</a:t>
            </a:r>
            <a:r>
              <a:rPr lang="en-US" dirty="0"/>
              <a:t> is performed either </a:t>
            </a:r>
            <a:r>
              <a:rPr lang="en-US" b="1" dirty="0"/>
              <a:t>manually</a:t>
            </a:r>
            <a:r>
              <a:rPr lang="en-US" dirty="0"/>
              <a:t> using traditional methods for ML models or </a:t>
            </a:r>
            <a:r>
              <a:rPr lang="en-US" b="1" dirty="0"/>
              <a:t>automatically</a:t>
            </a:r>
            <a:r>
              <a:rPr lang="en-US" dirty="0"/>
              <a:t> through DL-based architectures like CNNs.</a:t>
            </a:r>
            <a:br>
              <a:rPr lang="en-US" dirty="0"/>
            </a:br>
            <a:r>
              <a:rPr lang="en-US" dirty="0"/>
              <a:t>These features are then fed into the </a:t>
            </a:r>
            <a:r>
              <a:rPr lang="en-US" b="1" dirty="0"/>
              <a:t>model training</a:t>
            </a:r>
            <a:r>
              <a:rPr lang="en-US" dirty="0"/>
              <a:t> phase.</a:t>
            </a:r>
            <a:br>
              <a:rPr lang="en-US" dirty="0"/>
            </a:br>
            <a:r>
              <a:rPr lang="en-US" dirty="0"/>
              <a:t>For machine learning, we experimented with models like </a:t>
            </a:r>
            <a:r>
              <a:rPr lang="en-US" b="1" dirty="0"/>
              <a:t>SVM, KNN, Random Forest, </a:t>
            </a:r>
            <a:r>
              <a:rPr lang="en-US" b="1" dirty="0" err="1"/>
              <a:t>XGBoost</a:t>
            </a:r>
            <a:r>
              <a:rPr lang="en-US" b="1" dirty="0"/>
              <a:t>, and Logistic Regression</a:t>
            </a:r>
            <a:r>
              <a:rPr lang="en-US" dirty="0"/>
              <a:t>,</a:t>
            </a:r>
            <a:br>
              <a:rPr lang="en-US" dirty="0"/>
            </a:br>
            <a:r>
              <a:rPr lang="en-US" dirty="0"/>
              <a:t>while for deep learning, we used </a:t>
            </a:r>
            <a:r>
              <a:rPr lang="en-US" b="1" dirty="0"/>
              <a:t>CNNs and MobileNetV2</a:t>
            </a:r>
            <a:r>
              <a:rPr lang="en-US" dirty="0"/>
              <a:t>.</a:t>
            </a:r>
            <a:br>
              <a:rPr lang="en-US" dirty="0"/>
            </a:br>
            <a:r>
              <a:rPr lang="en-US" dirty="0"/>
              <a:t>The models are then </a:t>
            </a:r>
            <a:r>
              <a:rPr lang="en-US" b="1" dirty="0"/>
              <a:t>evaluated</a:t>
            </a:r>
            <a:r>
              <a:rPr lang="en-US" dirty="0"/>
              <a:t> based on key metrics such as </a:t>
            </a:r>
            <a:r>
              <a:rPr lang="en-US" b="1" dirty="0"/>
              <a:t>accuracy, precision, recall, F1-score, and AUC</a:t>
            </a:r>
            <a:r>
              <a:rPr lang="en-US" dirty="0"/>
              <a:t>,</a:t>
            </a:r>
            <a:br>
              <a:rPr lang="en-US" dirty="0"/>
            </a:br>
            <a:r>
              <a:rPr lang="en-US" dirty="0"/>
              <a:t>which ultimately inform us about the </a:t>
            </a:r>
            <a:r>
              <a:rPr lang="en-US" b="1" dirty="0"/>
              <a:t>overall performance</a:t>
            </a:r>
            <a:r>
              <a:rPr lang="en-US" dirty="0"/>
              <a:t> of the classification system.</a:t>
            </a:r>
          </a:p>
          <a:p>
            <a:endParaRPr lang="en-US" dirty="0"/>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11</a:t>
            </a:fld>
            <a:endParaRPr lang="en-US"/>
          </a:p>
        </p:txBody>
      </p:sp>
    </p:spTree>
    <p:extLst>
      <p:ext uri="{BB962C8B-B14F-4D97-AF65-F5344CB8AC3E}">
        <p14:creationId xmlns:p14="http://schemas.microsoft.com/office/powerpoint/2010/main" val="16826494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12</a:t>
            </a:fld>
            <a:endParaRPr lang="en-US"/>
          </a:p>
        </p:txBody>
      </p:sp>
    </p:spTree>
    <p:extLst>
      <p:ext uri="{BB962C8B-B14F-4D97-AF65-F5344CB8AC3E}">
        <p14:creationId xmlns:p14="http://schemas.microsoft.com/office/powerpoint/2010/main" val="34349883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20</a:t>
            </a:fld>
            <a:endParaRPr lang="en-US"/>
          </a:p>
        </p:txBody>
      </p:sp>
    </p:spTree>
    <p:extLst>
      <p:ext uri="{BB962C8B-B14F-4D97-AF65-F5344CB8AC3E}">
        <p14:creationId xmlns:p14="http://schemas.microsoft.com/office/powerpoint/2010/main" val="35762480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a:t>Click to add content</a:t>
            </a:r>
          </a:p>
          <a:p>
            <a:pPr lvl="1"/>
            <a:r>
              <a:rPr lang="en-US"/>
              <a:t>Second level</a:t>
            </a:r>
          </a:p>
          <a:p>
            <a:pPr lvl="2"/>
            <a:r>
              <a:rPr lang="en-US"/>
              <a:t>Third level</a:t>
            </a:r>
          </a:p>
          <a:p>
            <a:pPr lvl="3"/>
            <a:endParaRPr lang="en-US"/>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hyperlink" Target="https://www.kaggle.com/datasets/masoudnickparvar/brain-tumor-mri-dataset" TargetMode="Externa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1.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7.xml"/><Relationship Id="rId1" Type="http://schemas.openxmlformats.org/officeDocument/2006/relationships/slideLayout" Target="../slideLayouts/slideLayout9.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3320633" y="694942"/>
            <a:ext cx="8424153" cy="3017521"/>
          </a:xfrm>
        </p:spPr>
        <p:txBody>
          <a:bodyPr/>
          <a:lstStyle/>
          <a:p>
            <a:pPr algn="ctr"/>
            <a:r>
              <a:rPr lang="en-US" sz="4400" b="1" dirty="0">
                <a:solidFill>
                  <a:schemeClr val="accent5">
                    <a:lumMod val="75000"/>
                  </a:schemeClr>
                </a:solidFill>
                <a:effectLst/>
                <a:latin typeface="Franklin Gothic Demi (Headings)"/>
                <a:ea typeface="Calibri" panose="020F0502020204030204" pitchFamily="34" charset="0"/>
              </a:rPr>
              <a:t>A Comparative Study of Machine Learning and Deep Learning for Brain Tumor Detection </a:t>
            </a:r>
            <a:br>
              <a:rPr lang="en-US" sz="4000" b="1" dirty="0">
                <a:solidFill>
                  <a:schemeClr val="accent5">
                    <a:lumMod val="75000"/>
                  </a:schemeClr>
                </a:solidFill>
                <a:effectLst/>
                <a:latin typeface="Franklin Gothic Demi (Headings)"/>
                <a:ea typeface="Calibri" panose="020F0502020204030204" pitchFamily="34" charset="0"/>
              </a:rPr>
            </a:br>
            <a:br>
              <a:rPr lang="en-US" sz="4000" b="1" dirty="0">
                <a:solidFill>
                  <a:schemeClr val="accent5">
                    <a:lumMod val="75000"/>
                  </a:schemeClr>
                </a:solidFill>
                <a:effectLst/>
                <a:latin typeface="Franklin Gothic Demi (Headings)"/>
                <a:ea typeface="Calibri" panose="020F0502020204030204" pitchFamily="34" charset="0"/>
              </a:rPr>
            </a:br>
            <a:br>
              <a:rPr lang="en-US" sz="4000" b="1" dirty="0">
                <a:solidFill>
                  <a:schemeClr val="accent5">
                    <a:lumMod val="75000"/>
                  </a:schemeClr>
                </a:solidFill>
                <a:effectLst/>
                <a:latin typeface="Franklin Gothic Demi (Headings)"/>
                <a:ea typeface="Calibri" panose="020F0502020204030204" pitchFamily="34" charset="0"/>
              </a:rPr>
            </a:br>
            <a:r>
              <a:rPr lang="en-US" sz="2000" b="1" dirty="0">
                <a:solidFill>
                  <a:schemeClr val="accent5">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Course: </a:t>
            </a:r>
            <a:r>
              <a:rPr lang="en-US" sz="2000" dirty="0">
                <a:solidFill>
                  <a:schemeClr val="accent5">
                    <a:lumMod val="75000"/>
                  </a:schemeClr>
                </a:solidFill>
                <a:latin typeface="Times New Roman" panose="02020603050405020304" pitchFamily="18" charset="0"/>
                <a:ea typeface="Calibri" panose="020F0502020204030204" pitchFamily="34" charset="0"/>
                <a:cs typeface="Times New Roman" panose="02020603050405020304" pitchFamily="18" charset="0"/>
              </a:rPr>
              <a:t>M</a:t>
            </a:r>
            <a:r>
              <a:rPr lang="en-US" sz="2000" b="1" dirty="0">
                <a:solidFill>
                  <a:schemeClr val="accent5">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achine Learning</a:t>
            </a:r>
            <a:br>
              <a:rPr lang="en-US" sz="2000" b="1" dirty="0">
                <a:solidFill>
                  <a:schemeClr val="accent5">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br>
            <a:r>
              <a:rPr lang="en-US" sz="2000" b="1" dirty="0">
                <a:solidFill>
                  <a:schemeClr val="accent5">
                    <a:lumMod val="75000"/>
                  </a:schemeClr>
                </a:solidFill>
                <a:effectLst/>
                <a:latin typeface="Times New Roman" panose="02020603050405020304" pitchFamily="18" charset="0"/>
                <a:ea typeface="Calibri" panose="020F0502020204030204" pitchFamily="34" charset="0"/>
                <a:cs typeface="Times New Roman" panose="02020603050405020304" pitchFamily="18" charset="0"/>
              </a:rPr>
              <a:t>Supervised by DR. MD. ASRAF ALI</a:t>
            </a:r>
            <a:endParaRPr lang="en-US" sz="2000" dirty="0">
              <a:solidFill>
                <a:schemeClr val="accent5">
                  <a:lumMod val="7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0BF65-C84B-45C3-72CA-AFDA68851174}"/>
              </a:ext>
            </a:extLst>
          </p:cNvPr>
          <p:cNvSpPr>
            <a:spLocks noGrp="1"/>
          </p:cNvSpPr>
          <p:nvPr>
            <p:ph type="title"/>
          </p:nvPr>
        </p:nvSpPr>
        <p:spPr>
          <a:xfrm>
            <a:off x="594360" y="189572"/>
            <a:ext cx="6787747" cy="1593507"/>
          </a:xfrm>
        </p:spPr>
        <p:txBody>
          <a:bodyPr/>
          <a:lstStyle/>
          <a:p>
            <a:r>
              <a:rPr lang="en-US" sz="4000">
                <a:solidFill>
                  <a:schemeClr val="accent5">
                    <a:lumMod val="75000"/>
                  </a:schemeClr>
                </a:solidFill>
                <a:latin typeface="Franklin Gothic Demi (Headings)"/>
                <a:cs typeface="Times New Roman" panose="02020603050405020304" pitchFamily="18" charset="0"/>
              </a:rPr>
              <a:t>Group Members</a:t>
            </a:r>
          </a:p>
        </p:txBody>
      </p:sp>
      <p:graphicFrame>
        <p:nvGraphicFramePr>
          <p:cNvPr id="4" name="Content Placeholder 3">
            <a:extLst>
              <a:ext uri="{FF2B5EF4-FFF2-40B4-BE49-F238E27FC236}">
                <a16:creationId xmlns:a16="http://schemas.microsoft.com/office/drawing/2014/main" id="{8D2AF6BA-7CD9-20CD-4166-E9D1500D80AB}"/>
              </a:ext>
            </a:extLst>
          </p:cNvPr>
          <p:cNvGraphicFramePr>
            <a:graphicFrameLocks noGrp="1"/>
          </p:cNvGraphicFramePr>
          <p:nvPr>
            <p:ph sz="quarter" idx="13"/>
            <p:extLst>
              <p:ext uri="{D42A27DB-BD31-4B8C-83A1-F6EECF244321}">
                <p14:modId xmlns:p14="http://schemas.microsoft.com/office/powerpoint/2010/main" val="2840393311"/>
              </p:ext>
            </p:extLst>
          </p:nvPr>
        </p:nvGraphicFramePr>
        <p:xfrm>
          <a:off x="594359" y="2583165"/>
          <a:ext cx="6787747" cy="2308015"/>
        </p:xfrm>
        <a:graphic>
          <a:graphicData uri="http://schemas.openxmlformats.org/drawingml/2006/table">
            <a:tbl>
              <a:tblPr firstRow="1" bandRow="1">
                <a:tableStyleId>{8A107856-5554-42FB-B03E-39F5DBC370BA}</a:tableStyleId>
              </a:tblPr>
              <a:tblGrid>
                <a:gridCol w="3495204">
                  <a:extLst>
                    <a:ext uri="{9D8B030D-6E8A-4147-A177-3AD203B41FA5}">
                      <a16:colId xmlns:a16="http://schemas.microsoft.com/office/drawing/2014/main" val="3467859602"/>
                    </a:ext>
                  </a:extLst>
                </a:gridCol>
                <a:gridCol w="3292543">
                  <a:extLst>
                    <a:ext uri="{9D8B030D-6E8A-4147-A177-3AD203B41FA5}">
                      <a16:colId xmlns:a16="http://schemas.microsoft.com/office/drawing/2014/main" val="1933674818"/>
                    </a:ext>
                  </a:extLst>
                </a:gridCol>
              </a:tblGrid>
              <a:tr h="461603">
                <a:tc>
                  <a:txBody>
                    <a:bodyPr/>
                    <a:lstStyle/>
                    <a:p>
                      <a:pPr algn="ctr"/>
                      <a:r>
                        <a:rPr lang="en-US" dirty="0">
                          <a:latin typeface="Times New Roman" panose="02020603050405020304" pitchFamily="18" charset="0"/>
                          <a:cs typeface="Times New Roman" panose="02020603050405020304" pitchFamily="18" charset="0"/>
                        </a:rPr>
                        <a:t>Name</a:t>
                      </a:r>
                    </a:p>
                  </a:txBody>
                  <a:tcPr anchor="ctr"/>
                </a:tc>
                <a:tc>
                  <a:txBody>
                    <a:bodyPr/>
                    <a:lstStyle/>
                    <a:p>
                      <a:pPr algn="ctr"/>
                      <a:r>
                        <a:rPr lang="en-US">
                          <a:latin typeface="Times New Roman" panose="02020603050405020304" pitchFamily="18" charset="0"/>
                          <a:cs typeface="Times New Roman" panose="02020603050405020304" pitchFamily="18" charset="0"/>
                        </a:rPr>
                        <a:t>ID</a:t>
                      </a:r>
                    </a:p>
                  </a:txBody>
                  <a:tcPr anchor="ctr"/>
                </a:tc>
                <a:extLst>
                  <a:ext uri="{0D108BD9-81ED-4DB2-BD59-A6C34878D82A}">
                    <a16:rowId xmlns:a16="http://schemas.microsoft.com/office/drawing/2014/main" val="3675256893"/>
                  </a:ext>
                </a:extLst>
              </a:tr>
              <a:tr h="461603">
                <a:tc>
                  <a:txBody>
                    <a:bodyPr/>
                    <a:lstStyle/>
                    <a:p>
                      <a:pPr algn="ctr"/>
                      <a:r>
                        <a:rPr lang="en-US" err="1">
                          <a:latin typeface="Times New Roman" panose="02020603050405020304" pitchFamily="18" charset="0"/>
                          <a:cs typeface="Times New Roman" panose="02020603050405020304" pitchFamily="18" charset="0"/>
                        </a:rPr>
                        <a:t>Piyash</a:t>
                      </a:r>
                      <a:r>
                        <a:rPr lang="en-US">
                          <a:latin typeface="Times New Roman" panose="02020603050405020304" pitchFamily="18" charset="0"/>
                          <a:cs typeface="Times New Roman" panose="02020603050405020304" pitchFamily="18" charset="0"/>
                        </a:rPr>
                        <a:t> Majhi</a:t>
                      </a:r>
                    </a:p>
                  </a:txBody>
                  <a:tcPr anchor="ctr"/>
                </a:tc>
                <a:tc>
                  <a:txBody>
                    <a:bodyPr/>
                    <a:lstStyle/>
                    <a:p>
                      <a:pPr algn="ctr"/>
                      <a:r>
                        <a:rPr lang="en-US" dirty="0">
                          <a:latin typeface="Times New Roman" panose="02020603050405020304" pitchFamily="18" charset="0"/>
                          <a:cs typeface="Times New Roman" panose="02020603050405020304" pitchFamily="18" charset="0"/>
                        </a:rPr>
                        <a:t>22-46572-1</a:t>
                      </a:r>
                    </a:p>
                  </a:txBody>
                  <a:tcPr anchor="ctr"/>
                </a:tc>
                <a:extLst>
                  <a:ext uri="{0D108BD9-81ED-4DB2-BD59-A6C34878D82A}">
                    <a16:rowId xmlns:a16="http://schemas.microsoft.com/office/drawing/2014/main" val="2286106937"/>
                  </a:ext>
                </a:extLst>
              </a:tr>
              <a:tr h="461603">
                <a:tc>
                  <a:txBody>
                    <a:bodyPr/>
                    <a:lstStyle/>
                    <a:p>
                      <a:pPr algn="ctr"/>
                      <a:r>
                        <a:rPr lang="en-US" dirty="0">
                          <a:latin typeface="Times New Roman" panose="02020603050405020304" pitchFamily="18" charset="0"/>
                          <a:cs typeface="Times New Roman" panose="02020603050405020304" pitchFamily="18" charset="0"/>
                        </a:rPr>
                        <a:t>Md </a:t>
                      </a:r>
                      <a:r>
                        <a:rPr lang="en-US" dirty="0" err="1">
                          <a:latin typeface="Times New Roman" panose="02020603050405020304" pitchFamily="18" charset="0"/>
                          <a:cs typeface="Times New Roman" panose="02020603050405020304" pitchFamily="18" charset="0"/>
                        </a:rPr>
                        <a:t>Yeasin</a:t>
                      </a:r>
                      <a:r>
                        <a:rPr lang="en-US" dirty="0">
                          <a:latin typeface="Times New Roman" panose="02020603050405020304" pitchFamily="18" charset="0"/>
                          <a:cs typeface="Times New Roman" panose="02020603050405020304" pitchFamily="18" charset="0"/>
                        </a:rPr>
                        <a:t> Newaz</a:t>
                      </a:r>
                    </a:p>
                  </a:txBody>
                  <a:tcPr anchor="ctr"/>
                </a:tc>
                <a:tc>
                  <a:txBody>
                    <a:bodyPr/>
                    <a:lstStyle/>
                    <a:p>
                      <a:pPr algn="ctr"/>
                      <a:r>
                        <a:rPr lang="en-US" dirty="0">
                          <a:latin typeface="Times New Roman" panose="02020603050405020304" pitchFamily="18" charset="0"/>
                          <a:cs typeface="Times New Roman" panose="02020603050405020304" pitchFamily="18" charset="0"/>
                        </a:rPr>
                        <a:t>22-46803-1</a:t>
                      </a:r>
                    </a:p>
                  </a:txBody>
                  <a:tcPr anchor="ctr"/>
                </a:tc>
                <a:extLst>
                  <a:ext uri="{0D108BD9-81ED-4DB2-BD59-A6C34878D82A}">
                    <a16:rowId xmlns:a16="http://schemas.microsoft.com/office/drawing/2014/main" val="3021190462"/>
                  </a:ext>
                </a:extLst>
              </a:tr>
              <a:tr h="461603">
                <a:tc>
                  <a:txBody>
                    <a:bodyPr/>
                    <a:lstStyle/>
                    <a:p>
                      <a:pPr algn="ctr"/>
                      <a:r>
                        <a:rPr lang="en-US" dirty="0" err="1">
                          <a:latin typeface="Times New Roman" panose="02020603050405020304" pitchFamily="18" charset="0"/>
                          <a:cs typeface="Times New Roman" panose="02020603050405020304" pitchFamily="18" charset="0"/>
                        </a:rPr>
                        <a:t>Rokaiya</a:t>
                      </a:r>
                      <a:r>
                        <a:rPr lang="en-US" dirty="0">
                          <a:latin typeface="Times New Roman" panose="02020603050405020304" pitchFamily="18" charset="0"/>
                          <a:cs typeface="Times New Roman" panose="02020603050405020304" pitchFamily="18" charset="0"/>
                        </a:rPr>
                        <a:t> Ibne Tanha</a:t>
                      </a:r>
                    </a:p>
                  </a:txBody>
                  <a:tcPr anchor="ctr"/>
                </a:tc>
                <a:tc>
                  <a:txBody>
                    <a:bodyPr/>
                    <a:lstStyle/>
                    <a:p>
                      <a:pPr algn="ctr"/>
                      <a:r>
                        <a:rPr lang="en-US" dirty="0">
                          <a:latin typeface="Times New Roman" panose="02020603050405020304" pitchFamily="18" charset="0"/>
                          <a:cs typeface="Times New Roman" panose="02020603050405020304" pitchFamily="18" charset="0"/>
                        </a:rPr>
                        <a:t>22-48833-3</a:t>
                      </a:r>
                    </a:p>
                  </a:txBody>
                  <a:tcPr anchor="ctr"/>
                </a:tc>
                <a:extLst>
                  <a:ext uri="{0D108BD9-81ED-4DB2-BD59-A6C34878D82A}">
                    <a16:rowId xmlns:a16="http://schemas.microsoft.com/office/drawing/2014/main" val="1035093680"/>
                  </a:ext>
                </a:extLst>
              </a:tr>
              <a:tr h="461603">
                <a:tc>
                  <a:txBody>
                    <a:bodyPr/>
                    <a:lstStyle/>
                    <a:p>
                      <a:pPr algn="ctr"/>
                      <a:r>
                        <a:rPr lang="en-US">
                          <a:latin typeface="Times New Roman" panose="02020603050405020304" pitchFamily="18" charset="0"/>
                          <a:cs typeface="Times New Roman" panose="02020603050405020304" pitchFamily="18" charset="0"/>
                        </a:rPr>
                        <a:t>Anindita Bhattacharjee</a:t>
                      </a:r>
                    </a:p>
                  </a:txBody>
                  <a:tcPr anchor="ctr"/>
                </a:tc>
                <a:tc>
                  <a:txBody>
                    <a:bodyPr/>
                    <a:lstStyle/>
                    <a:p>
                      <a:pPr algn="ctr"/>
                      <a:r>
                        <a:rPr lang="en-US" dirty="0">
                          <a:latin typeface="Times New Roman" panose="02020603050405020304" pitchFamily="18" charset="0"/>
                          <a:cs typeface="Times New Roman" panose="02020603050405020304" pitchFamily="18" charset="0"/>
                        </a:rPr>
                        <a:t>22-48606-3</a:t>
                      </a:r>
                    </a:p>
                  </a:txBody>
                  <a:tcPr anchor="ctr"/>
                </a:tc>
                <a:extLst>
                  <a:ext uri="{0D108BD9-81ED-4DB2-BD59-A6C34878D82A}">
                    <a16:rowId xmlns:a16="http://schemas.microsoft.com/office/drawing/2014/main" val="757309544"/>
                  </a:ext>
                </a:extLst>
              </a:tr>
            </a:tbl>
          </a:graphicData>
        </a:graphic>
      </p:graphicFrame>
    </p:spTree>
    <p:extLst>
      <p:ext uri="{BB962C8B-B14F-4D97-AF65-F5344CB8AC3E}">
        <p14:creationId xmlns:p14="http://schemas.microsoft.com/office/powerpoint/2010/main" val="33466857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47F3CA-68B4-4A87-150F-DF821EE81FC1}"/>
              </a:ext>
            </a:extLst>
          </p:cNvPr>
          <p:cNvSpPr>
            <a:spLocks noGrp="1"/>
          </p:cNvSpPr>
          <p:nvPr>
            <p:ph type="title"/>
          </p:nvPr>
        </p:nvSpPr>
        <p:spPr>
          <a:xfrm>
            <a:off x="594360" y="538481"/>
            <a:ext cx="10873740" cy="690880"/>
          </a:xfrm>
        </p:spPr>
        <p:txBody>
          <a:bodyPr/>
          <a:lstStyle/>
          <a:p>
            <a:r>
              <a:rPr lang="en-US" sz="4000" dirty="0">
                <a:latin typeface="Franklin Gothic Demi (Headings)"/>
                <a:cs typeface="Times New Roman" panose="02020603050405020304" pitchFamily="18" charset="0"/>
              </a:rPr>
              <a:t>Background</a:t>
            </a:r>
          </a:p>
        </p:txBody>
      </p:sp>
      <p:sp>
        <p:nvSpPr>
          <p:cNvPr id="3" name="Content Placeholder 2">
            <a:extLst>
              <a:ext uri="{FF2B5EF4-FFF2-40B4-BE49-F238E27FC236}">
                <a16:creationId xmlns:a16="http://schemas.microsoft.com/office/drawing/2014/main" id="{238AE16D-3DE4-5AB4-E8DA-F6A5129AAC40}"/>
              </a:ext>
            </a:extLst>
          </p:cNvPr>
          <p:cNvSpPr>
            <a:spLocks noGrp="1"/>
          </p:cNvSpPr>
          <p:nvPr>
            <p:ph sz="quarter" idx="13"/>
          </p:nvPr>
        </p:nvSpPr>
        <p:spPr>
          <a:xfrm>
            <a:off x="594360" y="2273938"/>
            <a:ext cx="11038840" cy="3706238"/>
          </a:xfrm>
        </p:spPr>
        <p:txBody>
          <a:bodyPr>
            <a:noAutofit/>
          </a:bodyPr>
          <a:lstStyle/>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B</a:t>
            </a:r>
            <a:r>
              <a:rPr lang="en-US" b="0" i="0" u="none" strike="noStrike" baseline="0" dirty="0">
                <a:latin typeface="Times New Roman" panose="02020603050405020304" pitchFamily="18" charset="0"/>
                <a:cs typeface="Times New Roman" panose="02020603050405020304" pitchFamily="18" charset="0"/>
              </a:rPr>
              <a:t>rain-related cancers are one of the main causes of death worldwide [1]. Brain tumor is a deadly disease and its classification is a challenging task for radiologists because of the heterogeneous nature of the tumor cells.</a:t>
            </a:r>
          </a:p>
          <a:p>
            <a:pPr algn="just">
              <a:buFont typeface="Wingdings" panose="05000000000000000000" pitchFamily="2" charset="2"/>
              <a:buChar char="q"/>
            </a:pPr>
            <a:r>
              <a:rPr lang="en-US" dirty="0">
                <a:latin typeface="Times New Roman" panose="02020603050405020304" pitchFamily="18" charset="0"/>
                <a:cs typeface="Times New Roman" panose="02020603050405020304" pitchFamily="18" charset="0"/>
              </a:rPr>
              <a:t>Recently,</a:t>
            </a:r>
            <a:r>
              <a:rPr lang="en-US" b="0" i="0" u="none" strike="noStrike" baseline="0" dirty="0">
                <a:latin typeface="Times New Roman" panose="02020603050405020304" pitchFamily="18" charset="0"/>
                <a:cs typeface="Times New Roman" panose="02020603050405020304" pitchFamily="18" charset="0"/>
              </a:rPr>
              <a:t> computer-aided diagnosis-based systems have promised, as an assistive technology, to diagnose the brain tumor, through magnetic resonance imaging (MRI). Meningioma represented 36.3% (29,320), Gliomas 26.5% (21,200), Pituitary tumors represented nearly 16.2% (13,210) and rest of the cases belonged to other types of brain tumor such as Malignant, Medulloblastoma, and Lymphomas [2]. In the USA, almost 23,000 patients were identified</a:t>
            </a:r>
            <a:r>
              <a:rPr lang="en-US"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brain tumor cancer in 2015 [2].</a:t>
            </a:r>
          </a:p>
        </p:txBody>
      </p:sp>
    </p:spTree>
    <p:extLst>
      <p:ext uri="{BB962C8B-B14F-4D97-AF65-F5344CB8AC3E}">
        <p14:creationId xmlns:p14="http://schemas.microsoft.com/office/powerpoint/2010/main" val="39314601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90E6F-2CBA-5DB9-19F4-EC1A4D14AC5D}"/>
              </a:ext>
            </a:extLst>
          </p:cNvPr>
          <p:cNvSpPr>
            <a:spLocks noGrp="1"/>
          </p:cNvSpPr>
          <p:nvPr>
            <p:ph type="title"/>
          </p:nvPr>
        </p:nvSpPr>
        <p:spPr>
          <a:xfrm>
            <a:off x="594360" y="977248"/>
            <a:ext cx="10873740" cy="495952"/>
          </a:xfrm>
        </p:spPr>
        <p:txBody>
          <a:bodyPr/>
          <a:lstStyle/>
          <a:p>
            <a:r>
              <a:rPr lang="en-US" sz="4000" dirty="0">
                <a:latin typeface="Franklin Gothic Demi (Headings)"/>
                <a:cs typeface="Times New Roman" panose="02020603050405020304" pitchFamily="18" charset="0"/>
              </a:rPr>
              <a:t>Motivation</a:t>
            </a:r>
          </a:p>
        </p:txBody>
      </p:sp>
      <p:sp>
        <p:nvSpPr>
          <p:cNvPr id="3" name="Content Placeholder 2">
            <a:extLst>
              <a:ext uri="{FF2B5EF4-FFF2-40B4-BE49-F238E27FC236}">
                <a16:creationId xmlns:a16="http://schemas.microsoft.com/office/drawing/2014/main" id="{F0535906-B193-7091-00B8-8B9646272214}"/>
              </a:ext>
            </a:extLst>
          </p:cNvPr>
          <p:cNvSpPr>
            <a:spLocks noGrp="1"/>
          </p:cNvSpPr>
          <p:nvPr>
            <p:ph sz="quarter" idx="13"/>
          </p:nvPr>
        </p:nvSpPr>
        <p:spPr>
          <a:xfrm>
            <a:off x="473964" y="2282008"/>
            <a:ext cx="11230356" cy="3699328"/>
          </a:xfrm>
        </p:spPr>
        <p:txBody>
          <a:bodyPr/>
          <a:lstStyle/>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Brain tumors are among the most critical and life-threatening conditions in the field of neurology. Early and accurate detection of brain tumor is crucial for timely intervention and effective treatment. In recent years, the involvement of Artificial Intelligence (AI) into medical imaging has emerged as a powerful tool to aid radiologists in improving diagnostic accuracy and efficiency. </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Machine Learning (ML) and Deep Learning (DL) are two prominent subfields of AI that have shown outstanding promise in medical image analysis. ML techniques often require handcrafted features and classical classifiers such as Support Vector Machines (SVM), k-Nearest Neighbors (k-NN),XG Boost and Logistic Regression. In contrast, DL models, especially Convolutional Neural Networks (CNNs) and MobileNetV2 automatically extract hierarchical features from raw image data, eliminating the need for manual feature engineering.</a:t>
            </a:r>
          </a:p>
          <a:p>
            <a:pPr algn="just">
              <a:buFont typeface="Wingdings" panose="05000000000000000000" pitchFamily="2" charset="2"/>
              <a:buChar char="v"/>
            </a:pPr>
            <a:endParaRPr lang="en-US" dirty="0">
              <a:latin typeface="Franklin Gothic Book (Body)"/>
            </a:endParaRPr>
          </a:p>
        </p:txBody>
      </p:sp>
    </p:spTree>
    <p:extLst>
      <p:ext uri="{BB962C8B-B14F-4D97-AF65-F5344CB8AC3E}">
        <p14:creationId xmlns:p14="http://schemas.microsoft.com/office/powerpoint/2010/main" val="60144726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AC2E6E-4FEF-1DD1-8AF1-D7B776FDD397}"/>
              </a:ext>
            </a:extLst>
          </p:cNvPr>
          <p:cNvSpPr>
            <a:spLocks noGrp="1"/>
          </p:cNvSpPr>
          <p:nvPr>
            <p:ph type="title"/>
          </p:nvPr>
        </p:nvSpPr>
        <p:spPr>
          <a:xfrm>
            <a:off x="594360" y="587508"/>
            <a:ext cx="10873740" cy="845052"/>
          </a:xfrm>
        </p:spPr>
        <p:txBody>
          <a:bodyPr/>
          <a:lstStyle/>
          <a:p>
            <a:r>
              <a:rPr lang="en-US" sz="4000" dirty="0">
                <a:latin typeface="Franklin Gothic Demi (Headings)"/>
                <a:cs typeface="Times New Roman" panose="02020603050405020304" pitchFamily="18" charset="0"/>
              </a:rPr>
              <a:t>Objective</a:t>
            </a:r>
          </a:p>
        </p:txBody>
      </p:sp>
      <p:sp>
        <p:nvSpPr>
          <p:cNvPr id="3" name="Content Placeholder 2">
            <a:extLst>
              <a:ext uri="{FF2B5EF4-FFF2-40B4-BE49-F238E27FC236}">
                <a16:creationId xmlns:a16="http://schemas.microsoft.com/office/drawing/2014/main" id="{FDF3D8FD-8EEA-7EA1-0902-06AA8FCD9CFE}"/>
              </a:ext>
            </a:extLst>
          </p:cNvPr>
          <p:cNvSpPr>
            <a:spLocks noGrp="1"/>
          </p:cNvSpPr>
          <p:nvPr>
            <p:ph sz="quarter" idx="13"/>
          </p:nvPr>
        </p:nvSpPr>
        <p:spPr>
          <a:xfrm>
            <a:off x="594360" y="2282008"/>
            <a:ext cx="11282680" cy="3699328"/>
          </a:xfrm>
        </p:spPr>
        <p:txBody>
          <a:bodyPr>
            <a:normAutofit/>
          </a:bodyPr>
          <a:lstStyle/>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objective of this research is to develop a comparative framework for brain tumor detection using Machine Learning (ML) and Deep Learning (DL) techniques on MRI images to evaluate the effectiveness of traditional ML algorithms,  such as SVM, k-NN, </a:t>
            </a:r>
            <a:r>
              <a:rPr lang="en-US" dirty="0" err="1">
                <a:latin typeface="Times New Roman" panose="02020603050405020304" pitchFamily="18" charset="0"/>
                <a:cs typeface="Times New Roman" panose="02020603050405020304" pitchFamily="18" charset="0"/>
              </a:rPr>
              <a:t>XGBoost</a:t>
            </a:r>
            <a:r>
              <a:rPr lang="en-US" dirty="0">
                <a:latin typeface="Times New Roman" panose="02020603050405020304" pitchFamily="18" charset="0"/>
                <a:cs typeface="Times New Roman" panose="02020603050405020304" pitchFamily="18" charset="0"/>
              </a:rPr>
              <a:t>, and Logistic Regression, against DL models like Convolutional Neural Networks (CNNs) and MobileNetV2 that extract features from raw image data. </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The review involves preprocessing medical images, implementing and training both ML and DL models, and conducting a performance comparison based on evaluation metrics such as accuracy, precision, recall, F1-score, and computational efficiency.</a:t>
            </a:r>
          </a:p>
          <a:p>
            <a:pPr algn="just">
              <a:buFont typeface="Wingdings" panose="05000000000000000000" pitchFamily="2" charset="2"/>
              <a:buChar char="Ø"/>
            </a:pPr>
            <a:r>
              <a:rPr lang="en-US" dirty="0">
                <a:latin typeface="Times New Roman" panose="02020603050405020304" pitchFamily="18" charset="0"/>
                <a:cs typeface="Times New Roman" panose="02020603050405020304" pitchFamily="18" charset="0"/>
              </a:rPr>
              <a:t> This comparative analysis is intended to highlight the strengths and limitations of each approach and provide guidance for future advancements in AI-assisted brain tumor diagnosis.</a:t>
            </a:r>
          </a:p>
        </p:txBody>
      </p:sp>
    </p:spTree>
    <p:extLst>
      <p:ext uri="{BB962C8B-B14F-4D97-AF65-F5344CB8AC3E}">
        <p14:creationId xmlns:p14="http://schemas.microsoft.com/office/powerpoint/2010/main" val="32921972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CB991-8CDE-C8BD-054A-2D4DFD7AF2A6}"/>
              </a:ext>
            </a:extLst>
          </p:cNvPr>
          <p:cNvSpPr>
            <a:spLocks noGrp="1"/>
          </p:cNvSpPr>
          <p:nvPr>
            <p:ph type="title"/>
          </p:nvPr>
        </p:nvSpPr>
        <p:spPr>
          <a:xfrm>
            <a:off x="594359" y="1105391"/>
            <a:ext cx="10873740" cy="510050"/>
          </a:xfrm>
        </p:spPr>
        <p:txBody>
          <a:bodyPr/>
          <a:lstStyle/>
          <a:p>
            <a:r>
              <a:rPr lang="en-US" sz="4400" dirty="0"/>
              <a:t>Methodology</a:t>
            </a:r>
            <a:br>
              <a:rPr lang="en-US" sz="4400" dirty="0"/>
            </a:br>
            <a:endParaRPr lang="en-US" dirty="0"/>
          </a:p>
        </p:txBody>
      </p:sp>
      <p:sp>
        <p:nvSpPr>
          <p:cNvPr id="3" name="Content Placeholder 2">
            <a:extLst>
              <a:ext uri="{FF2B5EF4-FFF2-40B4-BE49-F238E27FC236}">
                <a16:creationId xmlns:a16="http://schemas.microsoft.com/office/drawing/2014/main" id="{9B69A714-F81A-1FBD-E14E-3175C14801FB}"/>
              </a:ext>
            </a:extLst>
          </p:cNvPr>
          <p:cNvSpPr>
            <a:spLocks noGrp="1"/>
          </p:cNvSpPr>
          <p:nvPr>
            <p:ph sz="quarter" idx="13"/>
          </p:nvPr>
        </p:nvSpPr>
        <p:spPr>
          <a:xfrm>
            <a:off x="3017520" y="1615442"/>
            <a:ext cx="8768080" cy="4409438"/>
          </a:xfrm>
        </p:spPr>
        <p:txBody>
          <a:bodyPr>
            <a:normAutofit fontScale="92500" lnSpcReduction="10000"/>
          </a:bodyPr>
          <a:lstStyle/>
          <a:p>
            <a:pPr marL="0" indent="0" algn="just">
              <a:buFont typeface="Arial"/>
              <a:buNone/>
            </a:pPr>
            <a:r>
              <a:rPr lang="en-US" sz="2200" b="1" dirty="0">
                <a:latin typeface="Times New Roman" panose="02020603050405020304" pitchFamily="18" charset="0"/>
                <a:cs typeface="Times New Roman" panose="02020603050405020304" pitchFamily="18" charset="0"/>
              </a:rPr>
              <a:t>Dataset Collection</a:t>
            </a:r>
          </a:p>
          <a:p>
            <a:pPr algn="just"/>
            <a:r>
              <a:rPr lang="en-US" sz="2200" dirty="0">
                <a:latin typeface="Times New Roman" panose="02020603050405020304" pitchFamily="18" charset="0"/>
                <a:cs typeface="Times New Roman" panose="02020603050405020304" pitchFamily="18" charset="0"/>
              </a:rPr>
              <a:t>Kaggle Brain Tumor MRI Dataset</a:t>
            </a:r>
          </a:p>
          <a:p>
            <a:pPr algn="just"/>
            <a:r>
              <a:rPr lang="en-US" sz="2200" dirty="0">
                <a:latin typeface="Times New Roman" panose="02020603050405020304" pitchFamily="18" charset="0"/>
                <a:cs typeface="Times New Roman" panose="02020603050405020304" pitchFamily="18" charset="0"/>
                <a:hlinkClick r:id="rId2"/>
              </a:rPr>
              <a:t>https://www.kaggle.com/datasets/masoudnickparvar/brain-tumor-mri-dataset</a:t>
            </a:r>
            <a:endParaRPr lang="en-US" sz="2200" dirty="0">
              <a:latin typeface="Times New Roman" panose="02020603050405020304" pitchFamily="18" charset="0"/>
              <a:cs typeface="Times New Roman" panose="02020603050405020304" pitchFamily="18" charset="0"/>
            </a:endParaRPr>
          </a:p>
          <a:p>
            <a:pPr algn="just"/>
            <a:r>
              <a:rPr lang="en-US" sz="2200" dirty="0">
                <a:latin typeface="Times New Roman" panose="02020603050405020304" pitchFamily="18" charset="0"/>
                <a:cs typeface="Times New Roman" panose="02020603050405020304" pitchFamily="18" charset="0"/>
              </a:rPr>
              <a:t>Over 7,034 grayscale MRI images (Glioma, Meningioma, Pituitary, Non-tumor)</a:t>
            </a:r>
          </a:p>
          <a:p>
            <a:pPr marL="0" indent="0" algn="just">
              <a:buFont typeface="Arial"/>
              <a:buNone/>
            </a:pPr>
            <a:r>
              <a:rPr lang="en-US" sz="2200" b="1" dirty="0">
                <a:latin typeface="Times New Roman" panose="02020603050405020304" pitchFamily="18" charset="0"/>
                <a:cs typeface="Times New Roman" panose="02020603050405020304" pitchFamily="18" charset="0"/>
              </a:rPr>
              <a:t>Data Preprocessing</a:t>
            </a:r>
          </a:p>
          <a:p>
            <a:pPr algn="just"/>
            <a:r>
              <a:rPr lang="en-US" sz="2200" dirty="0">
                <a:latin typeface="Times New Roman" panose="02020603050405020304" pitchFamily="18" charset="0"/>
                <a:cs typeface="Times New Roman" panose="02020603050405020304" pitchFamily="18" charset="0"/>
              </a:rPr>
              <a:t>Removed corrupted/duplicate images</a:t>
            </a:r>
          </a:p>
          <a:p>
            <a:pPr algn="just"/>
            <a:r>
              <a:rPr lang="en-US" sz="2200" dirty="0">
                <a:latin typeface="Times New Roman" panose="02020603050405020304" pitchFamily="18" charset="0"/>
                <a:cs typeface="Times New Roman" panose="02020603050405020304" pitchFamily="18" charset="0"/>
              </a:rPr>
              <a:t>Resized all images to 224×224</a:t>
            </a:r>
          </a:p>
          <a:p>
            <a:pPr algn="just"/>
            <a:r>
              <a:rPr lang="en-US" sz="2200" dirty="0">
                <a:latin typeface="Times New Roman" panose="02020603050405020304" pitchFamily="18" charset="0"/>
                <a:cs typeface="Times New Roman" panose="02020603050405020304" pitchFamily="18" charset="0"/>
              </a:rPr>
              <a:t>Normalized pixel values to [0,1]</a:t>
            </a:r>
          </a:p>
          <a:p>
            <a:pPr algn="just"/>
            <a:r>
              <a:rPr lang="en-US" sz="2200" dirty="0">
                <a:latin typeface="Times New Roman" panose="02020603050405020304" pitchFamily="18" charset="0"/>
                <a:cs typeface="Times New Roman" panose="02020603050405020304" pitchFamily="18" charset="0"/>
              </a:rPr>
              <a:t>Histogram Equalization for contrast enhancement</a:t>
            </a:r>
          </a:p>
          <a:p>
            <a:endParaRPr lang="en-US" dirty="0"/>
          </a:p>
        </p:txBody>
      </p:sp>
    </p:spTree>
    <p:extLst>
      <p:ext uri="{BB962C8B-B14F-4D97-AF65-F5344CB8AC3E}">
        <p14:creationId xmlns:p14="http://schemas.microsoft.com/office/powerpoint/2010/main" val="1720661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83F09-9605-E65F-A535-D1388696F352}"/>
              </a:ext>
            </a:extLst>
          </p:cNvPr>
          <p:cNvSpPr>
            <a:spLocks noGrp="1"/>
          </p:cNvSpPr>
          <p:nvPr>
            <p:ph type="title"/>
          </p:nvPr>
        </p:nvSpPr>
        <p:spPr>
          <a:xfrm>
            <a:off x="594360" y="722721"/>
            <a:ext cx="10873740" cy="476159"/>
          </a:xfrm>
        </p:spPr>
        <p:txBody>
          <a:bodyPr/>
          <a:lstStyle/>
          <a:p>
            <a:r>
              <a:rPr lang="en-US" sz="4400" dirty="0"/>
              <a:t>Methodology: </a:t>
            </a:r>
            <a:r>
              <a:rPr lang="en-US" sz="3200" b="0" i="0" dirty="0"/>
              <a:t>Feature Extraction &amp; Train-Test Split</a:t>
            </a:r>
            <a:endParaRPr lang="en-US" dirty="0"/>
          </a:p>
        </p:txBody>
      </p:sp>
      <p:graphicFrame>
        <p:nvGraphicFramePr>
          <p:cNvPr id="4" name="Content Placeholder 3">
            <a:extLst>
              <a:ext uri="{FF2B5EF4-FFF2-40B4-BE49-F238E27FC236}">
                <a16:creationId xmlns:a16="http://schemas.microsoft.com/office/drawing/2014/main" id="{5C65961A-6124-F07F-8584-8DBFAB90B4B3}"/>
              </a:ext>
            </a:extLst>
          </p:cNvPr>
          <p:cNvGraphicFramePr>
            <a:graphicFrameLocks noGrp="1"/>
          </p:cNvGraphicFramePr>
          <p:nvPr>
            <p:ph sz="quarter" idx="13"/>
            <p:extLst>
              <p:ext uri="{D42A27DB-BD31-4B8C-83A1-F6EECF244321}">
                <p14:modId xmlns:p14="http://schemas.microsoft.com/office/powerpoint/2010/main" val="2074018485"/>
              </p:ext>
            </p:extLst>
          </p:nvPr>
        </p:nvGraphicFramePr>
        <p:xfrm>
          <a:off x="2346037" y="2272145"/>
          <a:ext cx="9122063" cy="415721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29995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6F14E-619D-7FFE-D698-502056E7EF53}"/>
              </a:ext>
            </a:extLst>
          </p:cNvPr>
          <p:cNvSpPr>
            <a:spLocks noGrp="1"/>
          </p:cNvSpPr>
          <p:nvPr>
            <p:ph type="title"/>
          </p:nvPr>
        </p:nvSpPr>
        <p:spPr>
          <a:xfrm>
            <a:off x="594360" y="678037"/>
            <a:ext cx="10873740" cy="591963"/>
          </a:xfrm>
        </p:spPr>
        <p:txBody>
          <a:bodyPr/>
          <a:lstStyle/>
          <a:p>
            <a:r>
              <a:rPr lang="en-US" sz="4400" dirty="0"/>
              <a:t>Methodology: </a:t>
            </a:r>
            <a:r>
              <a:rPr lang="en-US" sz="3600" b="0" dirty="0"/>
              <a:t>Data Augmentation</a:t>
            </a:r>
            <a:endParaRPr lang="en-US" b="0" dirty="0"/>
          </a:p>
        </p:txBody>
      </p:sp>
      <p:graphicFrame>
        <p:nvGraphicFramePr>
          <p:cNvPr id="6" name="Content Placeholder 5">
            <a:extLst>
              <a:ext uri="{FF2B5EF4-FFF2-40B4-BE49-F238E27FC236}">
                <a16:creationId xmlns:a16="http://schemas.microsoft.com/office/drawing/2014/main" id="{E3E48CC8-10E4-13B5-9958-B65A29D4DBCF}"/>
              </a:ext>
            </a:extLst>
          </p:cNvPr>
          <p:cNvGraphicFramePr>
            <a:graphicFrameLocks noGrp="1"/>
          </p:cNvGraphicFramePr>
          <p:nvPr>
            <p:ph sz="quarter" idx="13"/>
            <p:extLst>
              <p:ext uri="{D42A27DB-BD31-4B8C-83A1-F6EECF244321}">
                <p14:modId xmlns:p14="http://schemas.microsoft.com/office/powerpoint/2010/main" val="582183237"/>
              </p:ext>
            </p:extLst>
          </p:nvPr>
        </p:nvGraphicFramePr>
        <p:xfrm>
          <a:off x="1108364" y="2298477"/>
          <a:ext cx="10159999" cy="405840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762001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3A44DF-0CB2-25C1-C8A4-AFC7B0C974E0}"/>
              </a:ext>
            </a:extLst>
          </p:cNvPr>
          <p:cNvSpPr>
            <a:spLocks noGrp="1"/>
          </p:cNvSpPr>
          <p:nvPr>
            <p:ph type="title"/>
          </p:nvPr>
        </p:nvSpPr>
        <p:spPr>
          <a:xfrm>
            <a:off x="579004" y="597141"/>
            <a:ext cx="11033991" cy="683019"/>
          </a:xfrm>
        </p:spPr>
        <p:txBody>
          <a:bodyPr/>
          <a:lstStyle/>
          <a:p>
            <a:r>
              <a:rPr lang="en-US" sz="4400" dirty="0"/>
              <a:t>Methodology: </a:t>
            </a:r>
            <a:r>
              <a:rPr lang="en-US" sz="3200" b="0" i="0" dirty="0"/>
              <a:t>Machine &amp; Deep Learning Algorithm </a:t>
            </a:r>
            <a:endParaRPr lang="en-US" dirty="0"/>
          </a:p>
        </p:txBody>
      </p:sp>
      <p:graphicFrame>
        <p:nvGraphicFramePr>
          <p:cNvPr id="9" name="Content Placeholder 8">
            <a:extLst>
              <a:ext uri="{FF2B5EF4-FFF2-40B4-BE49-F238E27FC236}">
                <a16:creationId xmlns:a16="http://schemas.microsoft.com/office/drawing/2014/main" id="{E415018B-EB1E-825A-2C24-C46D7C950816}"/>
              </a:ext>
            </a:extLst>
          </p:cNvPr>
          <p:cNvGraphicFramePr>
            <a:graphicFrameLocks noGrp="1"/>
          </p:cNvGraphicFramePr>
          <p:nvPr>
            <p:ph sz="quarter" idx="13"/>
            <p:extLst>
              <p:ext uri="{D42A27DB-BD31-4B8C-83A1-F6EECF244321}">
                <p14:modId xmlns:p14="http://schemas.microsoft.com/office/powerpoint/2010/main" val="868071742"/>
              </p:ext>
            </p:extLst>
          </p:nvPr>
        </p:nvGraphicFramePr>
        <p:xfrm>
          <a:off x="1981549" y="2002074"/>
          <a:ext cx="4650159" cy="4823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0" name="Diagram 9">
            <a:extLst>
              <a:ext uri="{FF2B5EF4-FFF2-40B4-BE49-F238E27FC236}">
                <a16:creationId xmlns:a16="http://schemas.microsoft.com/office/drawing/2014/main" id="{DF23DF5F-E2BB-A89B-9BC8-D77254F3965C}"/>
              </a:ext>
            </a:extLst>
          </p:cNvPr>
          <p:cNvGraphicFramePr/>
          <p:nvPr>
            <p:extLst>
              <p:ext uri="{D42A27DB-BD31-4B8C-83A1-F6EECF244321}">
                <p14:modId xmlns:p14="http://schemas.microsoft.com/office/powerpoint/2010/main" val="3507602669"/>
              </p:ext>
            </p:extLst>
          </p:nvPr>
        </p:nvGraphicFramePr>
        <p:xfrm>
          <a:off x="7176654" y="2134898"/>
          <a:ext cx="4248030" cy="3567257"/>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60092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41F7D4-0681-353C-F352-85F760ACD229}"/>
              </a:ext>
            </a:extLst>
          </p:cNvPr>
          <p:cNvSpPr>
            <a:spLocks noGrp="1"/>
          </p:cNvSpPr>
          <p:nvPr>
            <p:ph type="title"/>
          </p:nvPr>
        </p:nvSpPr>
        <p:spPr>
          <a:xfrm>
            <a:off x="594360" y="102875"/>
            <a:ext cx="10873740" cy="1258565"/>
          </a:xfrm>
        </p:spPr>
        <p:txBody>
          <a:bodyPr/>
          <a:lstStyle/>
          <a:p>
            <a:r>
              <a:rPr lang="en-US" sz="4400" dirty="0"/>
              <a:t>Methodology : </a:t>
            </a:r>
            <a:r>
              <a:rPr lang="en-US" sz="4000" b="0" dirty="0"/>
              <a:t>Model Architectures</a:t>
            </a:r>
            <a:endParaRPr lang="en-US" b="0" dirty="0"/>
          </a:p>
        </p:txBody>
      </p:sp>
      <p:graphicFrame>
        <p:nvGraphicFramePr>
          <p:cNvPr id="4" name="Content Placeholder 6">
            <a:extLst>
              <a:ext uri="{FF2B5EF4-FFF2-40B4-BE49-F238E27FC236}">
                <a16:creationId xmlns:a16="http://schemas.microsoft.com/office/drawing/2014/main" id="{95A75CDF-D869-6635-CC20-1A00111860CC}"/>
              </a:ext>
            </a:extLst>
          </p:cNvPr>
          <p:cNvGraphicFramePr>
            <a:graphicFrameLocks noGrp="1"/>
          </p:cNvGraphicFramePr>
          <p:nvPr>
            <p:ph sz="quarter" idx="13"/>
            <p:extLst>
              <p:ext uri="{D42A27DB-BD31-4B8C-83A1-F6EECF244321}">
                <p14:modId xmlns:p14="http://schemas.microsoft.com/office/powerpoint/2010/main" val="2476547426"/>
              </p:ext>
            </p:extLst>
          </p:nvPr>
        </p:nvGraphicFramePr>
        <p:xfrm>
          <a:off x="594359" y="2281238"/>
          <a:ext cx="11154295" cy="382399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1619316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7E173-F9D1-2E4F-6669-B196303E57F5}"/>
              </a:ext>
            </a:extLst>
          </p:cNvPr>
          <p:cNvSpPr>
            <a:spLocks noGrp="1"/>
          </p:cNvSpPr>
          <p:nvPr>
            <p:ph type="title"/>
          </p:nvPr>
        </p:nvSpPr>
        <p:spPr>
          <a:xfrm>
            <a:off x="575310" y="660401"/>
            <a:ext cx="5063490" cy="1188719"/>
          </a:xfrm>
        </p:spPr>
        <p:txBody>
          <a:bodyPr/>
          <a:lstStyle/>
          <a:p>
            <a:r>
              <a:rPr lang="en-US" sz="4400" dirty="0"/>
              <a:t>Methodology:</a:t>
            </a:r>
            <a:br>
              <a:rPr lang="en-US" sz="4400" dirty="0"/>
            </a:br>
            <a:r>
              <a:rPr lang="en-US" sz="3600" b="0" dirty="0"/>
              <a:t>Block Diagram</a:t>
            </a:r>
            <a:endParaRPr lang="en-US" b="0" dirty="0"/>
          </a:p>
        </p:txBody>
      </p:sp>
      <p:graphicFrame>
        <p:nvGraphicFramePr>
          <p:cNvPr id="6" name="Content Placeholder 5">
            <a:extLst>
              <a:ext uri="{FF2B5EF4-FFF2-40B4-BE49-F238E27FC236}">
                <a16:creationId xmlns:a16="http://schemas.microsoft.com/office/drawing/2014/main" id="{04808881-9502-04D6-7107-0D0083686876}"/>
              </a:ext>
            </a:extLst>
          </p:cNvPr>
          <p:cNvGraphicFramePr>
            <a:graphicFrameLocks noGrp="1"/>
          </p:cNvGraphicFramePr>
          <p:nvPr>
            <p:ph sz="quarter" idx="16"/>
            <p:extLst>
              <p:ext uri="{D42A27DB-BD31-4B8C-83A1-F6EECF244321}">
                <p14:modId xmlns:p14="http://schemas.microsoft.com/office/powerpoint/2010/main" val="3159523043"/>
              </p:ext>
            </p:extLst>
          </p:nvPr>
        </p:nvGraphicFramePr>
        <p:xfrm>
          <a:off x="594360" y="3279579"/>
          <a:ext cx="5044440" cy="29944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Content Placeholder 4" descr="A diagram of a program&#10;&#10;AI-generated content may be incorrect.">
            <a:extLst>
              <a:ext uri="{FF2B5EF4-FFF2-40B4-BE49-F238E27FC236}">
                <a16:creationId xmlns:a16="http://schemas.microsoft.com/office/drawing/2014/main" id="{08B30BBB-5AEE-DEED-2354-D55B9AEFF541}"/>
              </a:ext>
            </a:extLst>
          </p:cNvPr>
          <p:cNvPicPr>
            <a:picLocks noChangeAspect="1"/>
          </p:cNvPicPr>
          <p:nvPr/>
        </p:nvPicPr>
        <p:blipFill>
          <a:blip r:embed="rId8"/>
          <a:srcRect l="10165" r="9791" b="7857"/>
          <a:stretch/>
        </p:blipFill>
        <p:spPr>
          <a:xfrm>
            <a:off x="5981700" y="523875"/>
            <a:ext cx="6004905" cy="5991225"/>
          </a:xfrm>
          <a:prstGeom prst="rect">
            <a:avLst/>
          </a:prstGeom>
        </p:spPr>
      </p:pic>
    </p:spTree>
    <p:extLst>
      <p:ext uri="{BB962C8B-B14F-4D97-AF65-F5344CB8AC3E}">
        <p14:creationId xmlns:p14="http://schemas.microsoft.com/office/powerpoint/2010/main" val="14648927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E40E9-D1DB-AE57-C5CD-1556A3C7E60A}"/>
              </a:ext>
            </a:extLst>
          </p:cNvPr>
          <p:cNvSpPr>
            <a:spLocks noGrp="1"/>
          </p:cNvSpPr>
          <p:nvPr>
            <p:ph type="title"/>
          </p:nvPr>
        </p:nvSpPr>
        <p:spPr>
          <a:xfrm>
            <a:off x="434109" y="272796"/>
            <a:ext cx="9778365" cy="480628"/>
          </a:xfrm>
        </p:spPr>
        <p:txBody>
          <a:bodyPr/>
          <a:lstStyle/>
          <a:p>
            <a:r>
              <a:rPr lang="en-US" sz="4000" dirty="0">
                <a:latin typeface="Franklin Gothic Demi (Headings)"/>
                <a:cs typeface="Times New Roman" panose="02020603050405020304" pitchFamily="18" charset="0"/>
              </a:rPr>
              <a:t>Result</a:t>
            </a:r>
          </a:p>
        </p:txBody>
      </p:sp>
      <p:graphicFrame>
        <p:nvGraphicFramePr>
          <p:cNvPr id="5" name="Content Placeholder 4">
            <a:extLst>
              <a:ext uri="{FF2B5EF4-FFF2-40B4-BE49-F238E27FC236}">
                <a16:creationId xmlns:a16="http://schemas.microsoft.com/office/drawing/2014/main" id="{803EF655-9C3C-7BD3-61DB-0AACF5BDCAFF}"/>
              </a:ext>
            </a:extLst>
          </p:cNvPr>
          <p:cNvGraphicFramePr>
            <a:graphicFrameLocks noGrp="1"/>
          </p:cNvGraphicFramePr>
          <p:nvPr>
            <p:ph sz="quarter" idx="15"/>
            <p:extLst>
              <p:ext uri="{D42A27DB-BD31-4B8C-83A1-F6EECF244321}">
                <p14:modId xmlns:p14="http://schemas.microsoft.com/office/powerpoint/2010/main" val="2568349896"/>
              </p:ext>
            </p:extLst>
          </p:nvPr>
        </p:nvGraphicFramePr>
        <p:xfrm>
          <a:off x="294641" y="940365"/>
          <a:ext cx="6004560" cy="5508564"/>
        </p:xfrm>
        <a:graphic>
          <a:graphicData uri="http://schemas.openxmlformats.org/drawingml/2006/table">
            <a:tbl>
              <a:tblPr firstRow="1" bandRow="1">
                <a:tableStyleId>{8A107856-5554-42FB-B03E-39F5DBC370BA}</a:tableStyleId>
              </a:tblPr>
              <a:tblGrid>
                <a:gridCol w="1259839">
                  <a:extLst>
                    <a:ext uri="{9D8B030D-6E8A-4147-A177-3AD203B41FA5}">
                      <a16:colId xmlns:a16="http://schemas.microsoft.com/office/drawing/2014/main" val="2798354654"/>
                    </a:ext>
                  </a:extLst>
                </a:gridCol>
                <a:gridCol w="1438256">
                  <a:extLst>
                    <a:ext uri="{9D8B030D-6E8A-4147-A177-3AD203B41FA5}">
                      <a16:colId xmlns:a16="http://schemas.microsoft.com/office/drawing/2014/main" val="765052759"/>
                    </a:ext>
                  </a:extLst>
                </a:gridCol>
                <a:gridCol w="1190399">
                  <a:extLst>
                    <a:ext uri="{9D8B030D-6E8A-4147-A177-3AD203B41FA5}">
                      <a16:colId xmlns:a16="http://schemas.microsoft.com/office/drawing/2014/main" val="1513303963"/>
                    </a:ext>
                  </a:extLst>
                </a:gridCol>
                <a:gridCol w="1048992">
                  <a:extLst>
                    <a:ext uri="{9D8B030D-6E8A-4147-A177-3AD203B41FA5}">
                      <a16:colId xmlns:a16="http://schemas.microsoft.com/office/drawing/2014/main" val="2376007377"/>
                    </a:ext>
                  </a:extLst>
                </a:gridCol>
                <a:gridCol w="1067074">
                  <a:extLst>
                    <a:ext uri="{9D8B030D-6E8A-4147-A177-3AD203B41FA5}">
                      <a16:colId xmlns:a16="http://schemas.microsoft.com/office/drawing/2014/main" val="1987442162"/>
                    </a:ext>
                  </a:extLst>
                </a:gridCol>
              </a:tblGrid>
              <a:tr h="741371">
                <a:tc>
                  <a:txBody>
                    <a:bodyPr/>
                    <a:lstStyle/>
                    <a:p>
                      <a:pPr algn="ctr"/>
                      <a:r>
                        <a:rPr lang="en-US" dirty="0">
                          <a:latin typeface="Times New Roman" panose="02020603050405020304" pitchFamily="18" charset="0"/>
                          <a:cs typeface="Times New Roman" panose="02020603050405020304" pitchFamily="18" charset="0"/>
                        </a:rPr>
                        <a:t>ML Model</a:t>
                      </a:r>
                    </a:p>
                  </a:txBody>
                  <a:tcPr/>
                </a:tc>
                <a:tc>
                  <a:txBody>
                    <a:bodyPr/>
                    <a:lstStyle/>
                    <a:p>
                      <a:pPr algn="ctr"/>
                      <a:r>
                        <a:rPr lang="en-US">
                          <a:latin typeface="Times New Roman" panose="02020603050405020304" pitchFamily="18" charset="0"/>
                          <a:cs typeface="Times New Roman" panose="02020603050405020304" pitchFamily="18" charset="0"/>
                        </a:rPr>
                        <a:t>Class</a:t>
                      </a:r>
                    </a:p>
                  </a:txBody>
                  <a:tcPr/>
                </a:tc>
                <a:tc>
                  <a:txBody>
                    <a:bodyPr/>
                    <a:lstStyle/>
                    <a:p>
                      <a:pPr algn="ctr"/>
                      <a:r>
                        <a:rPr lang="en-US">
                          <a:latin typeface="Times New Roman" panose="02020603050405020304" pitchFamily="18" charset="0"/>
                          <a:cs typeface="Times New Roman" panose="02020603050405020304" pitchFamily="18" charset="0"/>
                        </a:rPr>
                        <a:t>Precision</a:t>
                      </a:r>
                    </a:p>
                  </a:txBody>
                  <a:tcPr/>
                </a:tc>
                <a:tc>
                  <a:txBody>
                    <a:bodyPr/>
                    <a:lstStyle/>
                    <a:p>
                      <a:pPr algn="ctr"/>
                      <a:r>
                        <a:rPr lang="en-US">
                          <a:latin typeface="Times New Roman" panose="02020603050405020304" pitchFamily="18" charset="0"/>
                          <a:cs typeface="Times New Roman" panose="02020603050405020304" pitchFamily="18" charset="0"/>
                        </a:rPr>
                        <a:t>Recall</a:t>
                      </a:r>
                    </a:p>
                  </a:txBody>
                  <a:tcPr/>
                </a:tc>
                <a:tc>
                  <a:txBody>
                    <a:bodyPr/>
                    <a:lstStyle/>
                    <a:p>
                      <a:pPr algn="ctr"/>
                      <a:r>
                        <a:rPr lang="en-US">
                          <a:latin typeface="Times New Roman" panose="02020603050405020304" pitchFamily="18" charset="0"/>
                          <a:cs typeface="Times New Roman" panose="02020603050405020304" pitchFamily="18" charset="0"/>
                        </a:rPr>
                        <a:t>F1-Score</a:t>
                      </a:r>
                    </a:p>
                  </a:txBody>
                  <a:tcPr/>
                </a:tc>
                <a:extLst>
                  <a:ext uri="{0D108BD9-81ED-4DB2-BD59-A6C34878D82A}">
                    <a16:rowId xmlns:a16="http://schemas.microsoft.com/office/drawing/2014/main" val="2005178436"/>
                  </a:ext>
                </a:extLst>
              </a:tr>
              <a:tr h="351391">
                <a:tc rowSpan="4">
                  <a:txBody>
                    <a:bodyPr/>
                    <a:lstStyle/>
                    <a:p>
                      <a:pPr algn="ctr"/>
                      <a:r>
                        <a:rPr lang="en-US">
                          <a:latin typeface="Times New Roman" panose="02020603050405020304" pitchFamily="18" charset="0"/>
                          <a:cs typeface="Times New Roman" panose="02020603050405020304" pitchFamily="18" charset="0"/>
                        </a:rPr>
                        <a:t>SVM</a:t>
                      </a:r>
                    </a:p>
                  </a:txBody>
                  <a:tcPr/>
                </a:tc>
                <a:tc>
                  <a:txBody>
                    <a:bodyPr/>
                    <a:lstStyle/>
                    <a:p>
                      <a:pPr algn="ctr"/>
                      <a:r>
                        <a:rPr lang="en-US" dirty="0">
                          <a:latin typeface="Times New Roman" panose="02020603050405020304" pitchFamily="18" charset="0"/>
                          <a:cs typeface="Times New Roman" panose="02020603050405020304" pitchFamily="18" charset="0"/>
                        </a:rPr>
                        <a:t>Glioma</a:t>
                      </a:r>
                    </a:p>
                  </a:txBody>
                  <a:tcPr/>
                </a:tc>
                <a:tc>
                  <a:txBody>
                    <a:bodyPr/>
                    <a:lstStyle/>
                    <a:p>
                      <a:pPr algn="ctr"/>
                      <a:r>
                        <a:rPr lang="en-US">
                          <a:latin typeface="Times New Roman" panose="02020603050405020304" pitchFamily="18" charset="0"/>
                          <a:cs typeface="Times New Roman" panose="02020603050405020304" pitchFamily="18" charset="0"/>
                        </a:rPr>
                        <a:t>0.96</a:t>
                      </a:r>
                    </a:p>
                  </a:txBody>
                  <a:tcPr/>
                </a:tc>
                <a:tc>
                  <a:txBody>
                    <a:bodyPr/>
                    <a:lstStyle/>
                    <a:p>
                      <a:pPr algn="ctr"/>
                      <a:r>
                        <a:rPr lang="en-US">
                          <a:latin typeface="Times New Roman" panose="02020603050405020304" pitchFamily="18" charset="0"/>
                          <a:cs typeface="Times New Roman" panose="02020603050405020304" pitchFamily="18" charset="0"/>
                        </a:rPr>
                        <a:t>0.90</a:t>
                      </a:r>
                    </a:p>
                  </a:txBody>
                  <a:tcPr/>
                </a:tc>
                <a:tc>
                  <a:txBody>
                    <a:bodyPr/>
                    <a:lstStyle/>
                    <a:p>
                      <a:pPr algn="ctr"/>
                      <a:r>
                        <a:rPr lang="en-US">
                          <a:latin typeface="Times New Roman" panose="02020603050405020304" pitchFamily="18" charset="0"/>
                          <a:cs typeface="Times New Roman" panose="02020603050405020304" pitchFamily="18" charset="0"/>
                        </a:rPr>
                        <a:t>0.93</a:t>
                      </a:r>
                    </a:p>
                  </a:txBody>
                  <a:tcPr/>
                </a:tc>
                <a:extLst>
                  <a:ext uri="{0D108BD9-81ED-4DB2-BD59-A6C34878D82A}">
                    <a16:rowId xmlns:a16="http://schemas.microsoft.com/office/drawing/2014/main" val="589018569"/>
                  </a:ext>
                </a:extLst>
              </a:tr>
              <a:tr h="490859">
                <a:tc vMerge="1">
                  <a:txBody>
                    <a:bodyPr/>
                    <a:lstStyle/>
                    <a:p>
                      <a:endParaRPr lang="en-US"/>
                    </a:p>
                  </a:txBody>
                  <a:tcPr/>
                </a:tc>
                <a:tc>
                  <a:txBody>
                    <a:bodyPr/>
                    <a:lstStyle/>
                    <a:p>
                      <a:pPr algn="ctr"/>
                      <a:r>
                        <a:rPr lang="en-US" dirty="0">
                          <a:latin typeface="Times New Roman" panose="02020603050405020304" pitchFamily="18" charset="0"/>
                          <a:cs typeface="Times New Roman" panose="02020603050405020304" pitchFamily="18" charset="0"/>
                        </a:rPr>
                        <a:t>Meningioma</a:t>
                      </a:r>
                    </a:p>
                  </a:txBody>
                  <a:tcPr/>
                </a:tc>
                <a:tc>
                  <a:txBody>
                    <a:bodyPr/>
                    <a:lstStyle/>
                    <a:p>
                      <a:pPr algn="ctr"/>
                      <a:r>
                        <a:rPr lang="en-US">
                          <a:latin typeface="Times New Roman" panose="02020603050405020304" pitchFamily="18" charset="0"/>
                          <a:cs typeface="Times New Roman" panose="02020603050405020304" pitchFamily="18" charset="0"/>
                        </a:rPr>
                        <a:t>0.91</a:t>
                      </a:r>
                    </a:p>
                  </a:txBody>
                  <a:tcPr/>
                </a:tc>
                <a:tc>
                  <a:txBody>
                    <a:bodyPr/>
                    <a:lstStyle/>
                    <a:p>
                      <a:pPr algn="ctr"/>
                      <a:r>
                        <a:rPr lang="en-US">
                          <a:latin typeface="Times New Roman" panose="02020603050405020304" pitchFamily="18" charset="0"/>
                          <a:cs typeface="Times New Roman" panose="02020603050405020304" pitchFamily="18" charset="0"/>
                        </a:rPr>
                        <a:t>0.93</a:t>
                      </a:r>
                    </a:p>
                  </a:txBody>
                  <a:tcPr/>
                </a:tc>
                <a:tc>
                  <a:txBody>
                    <a:bodyPr/>
                    <a:lstStyle/>
                    <a:p>
                      <a:pPr algn="ctr"/>
                      <a:r>
                        <a:rPr lang="en-US">
                          <a:latin typeface="Times New Roman" panose="02020603050405020304" pitchFamily="18" charset="0"/>
                          <a:cs typeface="Times New Roman" panose="02020603050405020304" pitchFamily="18" charset="0"/>
                        </a:rPr>
                        <a:t>0.92</a:t>
                      </a:r>
                    </a:p>
                  </a:txBody>
                  <a:tcPr/>
                </a:tc>
                <a:extLst>
                  <a:ext uri="{0D108BD9-81ED-4DB2-BD59-A6C34878D82A}">
                    <a16:rowId xmlns:a16="http://schemas.microsoft.com/office/drawing/2014/main" val="2547156378"/>
                  </a:ext>
                </a:extLst>
              </a:tr>
              <a:tr h="351391">
                <a:tc vMerge="1">
                  <a:txBody>
                    <a:bodyPr/>
                    <a:lstStyle/>
                    <a:p>
                      <a:endParaRPr lang="en-US"/>
                    </a:p>
                  </a:txBody>
                  <a:tcPr/>
                </a:tc>
                <a:tc>
                  <a:txBody>
                    <a:bodyPr/>
                    <a:lstStyle/>
                    <a:p>
                      <a:pPr algn="ctr"/>
                      <a:r>
                        <a:rPr lang="en-US" dirty="0">
                          <a:latin typeface="Times New Roman" panose="02020603050405020304" pitchFamily="18" charset="0"/>
                          <a:cs typeface="Times New Roman" panose="02020603050405020304" pitchFamily="18" charset="0"/>
                        </a:rPr>
                        <a:t>No-tumor</a:t>
                      </a:r>
                    </a:p>
                  </a:txBody>
                  <a:tcPr/>
                </a:tc>
                <a:tc>
                  <a:txBody>
                    <a:bodyPr/>
                    <a:lstStyle/>
                    <a:p>
                      <a:pPr algn="ctr"/>
                      <a:r>
                        <a:rPr lang="en-US" dirty="0">
                          <a:latin typeface="Times New Roman" panose="02020603050405020304" pitchFamily="18" charset="0"/>
                          <a:cs typeface="Times New Roman" panose="02020603050405020304" pitchFamily="18" charset="0"/>
                        </a:rPr>
                        <a:t>0.99</a:t>
                      </a:r>
                    </a:p>
                  </a:txBody>
                  <a:tcPr/>
                </a:tc>
                <a:tc>
                  <a:txBody>
                    <a:bodyPr/>
                    <a:lstStyle/>
                    <a:p>
                      <a:pPr algn="ctr"/>
                      <a:r>
                        <a:rPr lang="en-US">
                          <a:latin typeface="Times New Roman" panose="02020603050405020304" pitchFamily="18" charset="0"/>
                          <a:cs typeface="Times New Roman" panose="02020603050405020304" pitchFamily="18" charset="0"/>
                        </a:rPr>
                        <a:t>1.00</a:t>
                      </a:r>
                    </a:p>
                  </a:txBody>
                  <a:tcPr/>
                </a:tc>
                <a:tc>
                  <a:txBody>
                    <a:bodyPr/>
                    <a:lstStyle/>
                    <a:p>
                      <a:pPr algn="ctr"/>
                      <a:r>
                        <a:rPr lang="en-US">
                          <a:latin typeface="Times New Roman" panose="02020603050405020304" pitchFamily="18" charset="0"/>
                          <a:cs typeface="Times New Roman" panose="02020603050405020304" pitchFamily="18" charset="0"/>
                        </a:rPr>
                        <a:t>0.99</a:t>
                      </a:r>
                    </a:p>
                  </a:txBody>
                  <a:tcPr/>
                </a:tc>
                <a:extLst>
                  <a:ext uri="{0D108BD9-81ED-4DB2-BD59-A6C34878D82A}">
                    <a16:rowId xmlns:a16="http://schemas.microsoft.com/office/drawing/2014/main" val="1147425827"/>
                  </a:ext>
                </a:extLst>
              </a:tr>
              <a:tr h="351391">
                <a:tc vMerge="1">
                  <a:txBody>
                    <a:bodyPr/>
                    <a:lstStyle/>
                    <a:p>
                      <a:endParaRPr lang="en-US"/>
                    </a:p>
                  </a:txBody>
                  <a:tcPr/>
                </a:tc>
                <a:tc>
                  <a:txBody>
                    <a:bodyPr/>
                    <a:lstStyle/>
                    <a:p>
                      <a:pPr algn="ctr"/>
                      <a:r>
                        <a:rPr lang="en-US">
                          <a:latin typeface="Times New Roman" panose="02020603050405020304" pitchFamily="18" charset="0"/>
                          <a:cs typeface="Times New Roman" panose="02020603050405020304" pitchFamily="18" charset="0"/>
                        </a:rPr>
                        <a:t>Pituitary</a:t>
                      </a:r>
                    </a:p>
                  </a:txBody>
                  <a:tcPr/>
                </a:tc>
                <a:tc>
                  <a:txBody>
                    <a:bodyPr/>
                    <a:lstStyle/>
                    <a:p>
                      <a:pPr algn="ctr"/>
                      <a:r>
                        <a:rPr lang="en-US" dirty="0">
                          <a:latin typeface="Times New Roman" panose="02020603050405020304" pitchFamily="18" charset="0"/>
                          <a:cs typeface="Times New Roman" panose="02020603050405020304" pitchFamily="18" charset="0"/>
                        </a:rPr>
                        <a:t>0.98</a:t>
                      </a:r>
                    </a:p>
                  </a:txBody>
                  <a:tcPr/>
                </a:tc>
                <a:tc>
                  <a:txBody>
                    <a:bodyPr/>
                    <a:lstStyle/>
                    <a:p>
                      <a:pPr algn="ctr"/>
                      <a:r>
                        <a:rPr lang="en-US">
                          <a:latin typeface="Times New Roman" panose="02020603050405020304" pitchFamily="18" charset="0"/>
                          <a:cs typeface="Times New Roman" panose="02020603050405020304" pitchFamily="18" charset="0"/>
                        </a:rPr>
                        <a:t>0.99</a:t>
                      </a:r>
                    </a:p>
                  </a:txBody>
                  <a:tcPr/>
                </a:tc>
                <a:tc>
                  <a:txBody>
                    <a:bodyPr/>
                    <a:lstStyle/>
                    <a:p>
                      <a:pPr algn="ctr"/>
                      <a:r>
                        <a:rPr lang="en-US">
                          <a:latin typeface="Times New Roman" panose="02020603050405020304" pitchFamily="18" charset="0"/>
                          <a:cs typeface="Times New Roman" panose="02020603050405020304" pitchFamily="18" charset="0"/>
                        </a:rPr>
                        <a:t>0.98</a:t>
                      </a:r>
                    </a:p>
                  </a:txBody>
                  <a:tcPr/>
                </a:tc>
                <a:extLst>
                  <a:ext uri="{0D108BD9-81ED-4DB2-BD59-A6C34878D82A}">
                    <a16:rowId xmlns:a16="http://schemas.microsoft.com/office/drawing/2014/main" val="1892139232"/>
                  </a:ext>
                </a:extLst>
              </a:tr>
              <a:tr h="351391">
                <a:tc rowSpan="4">
                  <a:txBody>
                    <a:bodyPr/>
                    <a:lstStyle/>
                    <a:p>
                      <a:pPr algn="ctr"/>
                      <a:r>
                        <a:rPr lang="en-US">
                          <a:latin typeface="Times New Roman" panose="02020603050405020304" pitchFamily="18" charset="0"/>
                          <a:cs typeface="Times New Roman" panose="02020603050405020304" pitchFamily="18" charset="0"/>
                        </a:rPr>
                        <a:t>Decision Tree</a:t>
                      </a:r>
                    </a:p>
                  </a:txBody>
                  <a:tcPr/>
                </a:tc>
                <a:tc>
                  <a:txBody>
                    <a:bodyPr/>
                    <a:lstStyle/>
                    <a:p>
                      <a:pPr algn="ctr"/>
                      <a:r>
                        <a:rPr lang="en-US">
                          <a:latin typeface="Times New Roman" panose="02020603050405020304" pitchFamily="18" charset="0"/>
                          <a:cs typeface="Times New Roman" panose="02020603050405020304" pitchFamily="18" charset="0"/>
                        </a:rPr>
                        <a:t>Glioma</a:t>
                      </a:r>
                    </a:p>
                  </a:txBody>
                  <a:tcPr/>
                </a:tc>
                <a:tc>
                  <a:txBody>
                    <a:bodyPr/>
                    <a:lstStyle/>
                    <a:p>
                      <a:pPr algn="ctr"/>
                      <a:r>
                        <a:rPr lang="en-US" dirty="0">
                          <a:latin typeface="Times New Roman" panose="02020603050405020304" pitchFamily="18" charset="0"/>
                          <a:cs typeface="Times New Roman" panose="02020603050405020304" pitchFamily="18" charset="0"/>
                        </a:rPr>
                        <a:t>0.81</a:t>
                      </a:r>
                    </a:p>
                  </a:txBody>
                  <a:tcPr/>
                </a:tc>
                <a:tc>
                  <a:txBody>
                    <a:bodyPr/>
                    <a:lstStyle/>
                    <a:p>
                      <a:pPr algn="ctr"/>
                      <a:r>
                        <a:rPr lang="en-US">
                          <a:latin typeface="Times New Roman" panose="02020603050405020304" pitchFamily="18" charset="0"/>
                          <a:cs typeface="Times New Roman" panose="02020603050405020304" pitchFamily="18" charset="0"/>
                        </a:rPr>
                        <a:t>0.72</a:t>
                      </a:r>
                    </a:p>
                  </a:txBody>
                  <a:tcPr/>
                </a:tc>
                <a:tc>
                  <a:txBody>
                    <a:bodyPr/>
                    <a:lstStyle/>
                    <a:p>
                      <a:pPr algn="ctr"/>
                      <a:r>
                        <a:rPr lang="en-US">
                          <a:latin typeface="Times New Roman" panose="02020603050405020304" pitchFamily="18" charset="0"/>
                          <a:cs typeface="Times New Roman" panose="02020603050405020304" pitchFamily="18" charset="0"/>
                        </a:rPr>
                        <a:t>0.76</a:t>
                      </a:r>
                    </a:p>
                  </a:txBody>
                  <a:tcPr/>
                </a:tc>
                <a:extLst>
                  <a:ext uri="{0D108BD9-81ED-4DB2-BD59-A6C34878D82A}">
                    <a16:rowId xmlns:a16="http://schemas.microsoft.com/office/drawing/2014/main" val="2290005709"/>
                  </a:ext>
                </a:extLst>
              </a:tr>
              <a:tr h="482138">
                <a:tc vMerge="1">
                  <a:txBody>
                    <a:bodyPr/>
                    <a:lstStyle/>
                    <a:p>
                      <a:endParaRPr lang="en-US"/>
                    </a:p>
                  </a:txBody>
                  <a:tcPr/>
                </a:tc>
                <a:tc>
                  <a:txBody>
                    <a:bodyPr/>
                    <a:lstStyle/>
                    <a:p>
                      <a:pPr algn="ctr"/>
                      <a:r>
                        <a:rPr lang="en-US">
                          <a:latin typeface="Times New Roman" panose="02020603050405020304" pitchFamily="18" charset="0"/>
                          <a:cs typeface="Times New Roman" panose="02020603050405020304" pitchFamily="18" charset="0"/>
                        </a:rPr>
                        <a:t>Meningioma</a:t>
                      </a:r>
                    </a:p>
                  </a:txBody>
                  <a:tcPr/>
                </a:tc>
                <a:tc>
                  <a:txBody>
                    <a:bodyPr/>
                    <a:lstStyle/>
                    <a:p>
                      <a:pPr algn="ctr"/>
                      <a:r>
                        <a:rPr lang="en-US" dirty="0">
                          <a:latin typeface="Times New Roman" panose="02020603050405020304" pitchFamily="18" charset="0"/>
                          <a:cs typeface="Times New Roman" panose="02020603050405020304" pitchFamily="18" charset="0"/>
                        </a:rPr>
                        <a:t>0.70</a:t>
                      </a:r>
                    </a:p>
                  </a:txBody>
                  <a:tcPr/>
                </a:tc>
                <a:tc>
                  <a:txBody>
                    <a:bodyPr/>
                    <a:lstStyle/>
                    <a:p>
                      <a:pPr algn="ctr"/>
                      <a:r>
                        <a:rPr lang="en-US">
                          <a:latin typeface="Times New Roman" panose="02020603050405020304" pitchFamily="18" charset="0"/>
                          <a:cs typeface="Times New Roman" panose="02020603050405020304" pitchFamily="18" charset="0"/>
                        </a:rPr>
                        <a:t>0.79</a:t>
                      </a:r>
                    </a:p>
                  </a:txBody>
                  <a:tcPr/>
                </a:tc>
                <a:tc>
                  <a:txBody>
                    <a:bodyPr/>
                    <a:lstStyle/>
                    <a:p>
                      <a:pPr algn="ctr"/>
                      <a:r>
                        <a:rPr lang="en-US">
                          <a:latin typeface="Times New Roman" panose="02020603050405020304" pitchFamily="18" charset="0"/>
                          <a:cs typeface="Times New Roman" panose="02020603050405020304" pitchFamily="18" charset="0"/>
                        </a:rPr>
                        <a:t>0.74</a:t>
                      </a:r>
                    </a:p>
                  </a:txBody>
                  <a:tcPr/>
                </a:tc>
                <a:extLst>
                  <a:ext uri="{0D108BD9-81ED-4DB2-BD59-A6C34878D82A}">
                    <a16:rowId xmlns:a16="http://schemas.microsoft.com/office/drawing/2014/main" val="1176834141"/>
                  </a:ext>
                </a:extLst>
              </a:tr>
              <a:tr h="351391">
                <a:tc vMerge="1">
                  <a:txBody>
                    <a:bodyPr/>
                    <a:lstStyle/>
                    <a:p>
                      <a:endParaRPr lang="en-US"/>
                    </a:p>
                  </a:txBody>
                  <a:tcPr/>
                </a:tc>
                <a:tc>
                  <a:txBody>
                    <a:bodyPr/>
                    <a:lstStyle/>
                    <a:p>
                      <a:pPr algn="ctr"/>
                      <a:r>
                        <a:rPr lang="en-US">
                          <a:latin typeface="Times New Roman" panose="02020603050405020304" pitchFamily="18" charset="0"/>
                          <a:cs typeface="Times New Roman" panose="02020603050405020304" pitchFamily="18" charset="0"/>
                        </a:rPr>
                        <a:t>No-Tumor</a:t>
                      </a:r>
                    </a:p>
                  </a:txBody>
                  <a:tcPr/>
                </a:tc>
                <a:tc>
                  <a:txBody>
                    <a:bodyPr/>
                    <a:lstStyle/>
                    <a:p>
                      <a:pPr algn="ctr"/>
                      <a:r>
                        <a:rPr lang="en-US" dirty="0">
                          <a:latin typeface="Times New Roman" panose="02020603050405020304" pitchFamily="18" charset="0"/>
                          <a:cs typeface="Times New Roman" panose="02020603050405020304" pitchFamily="18" charset="0"/>
                        </a:rPr>
                        <a:t>0.93</a:t>
                      </a:r>
                    </a:p>
                  </a:txBody>
                  <a:tcPr/>
                </a:tc>
                <a:tc>
                  <a:txBody>
                    <a:bodyPr/>
                    <a:lstStyle/>
                    <a:p>
                      <a:pPr algn="ctr"/>
                      <a:r>
                        <a:rPr lang="en-US">
                          <a:latin typeface="Times New Roman" panose="02020603050405020304" pitchFamily="18" charset="0"/>
                          <a:cs typeface="Times New Roman" panose="02020603050405020304" pitchFamily="18" charset="0"/>
                        </a:rPr>
                        <a:t>0.96</a:t>
                      </a:r>
                    </a:p>
                  </a:txBody>
                  <a:tcPr/>
                </a:tc>
                <a:tc>
                  <a:txBody>
                    <a:bodyPr/>
                    <a:lstStyle/>
                    <a:p>
                      <a:pPr algn="ctr"/>
                      <a:r>
                        <a:rPr lang="en-US">
                          <a:latin typeface="Times New Roman" panose="02020603050405020304" pitchFamily="18" charset="0"/>
                          <a:cs typeface="Times New Roman" panose="02020603050405020304" pitchFamily="18" charset="0"/>
                        </a:rPr>
                        <a:t>0.94</a:t>
                      </a:r>
                    </a:p>
                  </a:txBody>
                  <a:tcPr/>
                </a:tc>
                <a:extLst>
                  <a:ext uri="{0D108BD9-81ED-4DB2-BD59-A6C34878D82A}">
                    <a16:rowId xmlns:a16="http://schemas.microsoft.com/office/drawing/2014/main" val="3283891527"/>
                  </a:ext>
                </a:extLst>
              </a:tr>
              <a:tr h="351391">
                <a:tc vMerge="1">
                  <a:txBody>
                    <a:bodyPr/>
                    <a:lstStyle/>
                    <a:p>
                      <a:endParaRPr lang="en-US"/>
                    </a:p>
                  </a:txBody>
                  <a:tcPr/>
                </a:tc>
                <a:tc>
                  <a:txBody>
                    <a:bodyPr/>
                    <a:lstStyle/>
                    <a:p>
                      <a:pPr algn="ctr"/>
                      <a:r>
                        <a:rPr lang="en-US">
                          <a:latin typeface="Times New Roman" panose="02020603050405020304" pitchFamily="18" charset="0"/>
                          <a:cs typeface="Times New Roman" panose="02020603050405020304" pitchFamily="18" charset="0"/>
                        </a:rPr>
                        <a:t>Pituitary</a:t>
                      </a:r>
                    </a:p>
                  </a:txBody>
                  <a:tcPr/>
                </a:tc>
                <a:tc>
                  <a:txBody>
                    <a:bodyPr/>
                    <a:lstStyle/>
                    <a:p>
                      <a:pPr algn="ctr"/>
                      <a:r>
                        <a:rPr lang="en-US" dirty="0">
                          <a:latin typeface="Times New Roman" panose="02020603050405020304" pitchFamily="18" charset="0"/>
                          <a:cs typeface="Times New Roman" panose="02020603050405020304" pitchFamily="18" charset="0"/>
                        </a:rPr>
                        <a:t>0.87</a:t>
                      </a:r>
                    </a:p>
                  </a:txBody>
                  <a:tcPr/>
                </a:tc>
                <a:tc>
                  <a:txBody>
                    <a:bodyPr/>
                    <a:lstStyle/>
                    <a:p>
                      <a:pPr algn="ctr"/>
                      <a:r>
                        <a:rPr lang="en-US" dirty="0">
                          <a:latin typeface="Times New Roman" panose="02020603050405020304" pitchFamily="18" charset="0"/>
                          <a:cs typeface="Times New Roman" panose="02020603050405020304" pitchFamily="18" charset="0"/>
                        </a:rPr>
                        <a:t>0.81</a:t>
                      </a:r>
                    </a:p>
                  </a:txBody>
                  <a:tcPr/>
                </a:tc>
                <a:tc>
                  <a:txBody>
                    <a:bodyPr/>
                    <a:lstStyle/>
                    <a:p>
                      <a:pPr algn="ctr"/>
                      <a:r>
                        <a:rPr lang="en-US">
                          <a:latin typeface="Times New Roman" panose="02020603050405020304" pitchFamily="18" charset="0"/>
                          <a:cs typeface="Times New Roman" panose="02020603050405020304" pitchFamily="18" charset="0"/>
                        </a:rPr>
                        <a:t>0.84</a:t>
                      </a:r>
                    </a:p>
                  </a:txBody>
                  <a:tcPr/>
                </a:tc>
                <a:extLst>
                  <a:ext uri="{0D108BD9-81ED-4DB2-BD59-A6C34878D82A}">
                    <a16:rowId xmlns:a16="http://schemas.microsoft.com/office/drawing/2014/main" val="2272855480"/>
                  </a:ext>
                </a:extLst>
              </a:tr>
              <a:tr h="351391">
                <a:tc rowSpan="4">
                  <a:txBody>
                    <a:bodyPr/>
                    <a:lstStyle/>
                    <a:p>
                      <a:pPr algn="ctr"/>
                      <a:r>
                        <a:rPr lang="en-US">
                          <a:latin typeface="Times New Roman" panose="02020603050405020304" pitchFamily="18" charset="0"/>
                          <a:cs typeface="Times New Roman" panose="02020603050405020304" pitchFamily="18" charset="0"/>
                        </a:rPr>
                        <a:t>Logistic Regression</a:t>
                      </a:r>
                    </a:p>
                  </a:txBody>
                  <a:tcPr/>
                </a:tc>
                <a:tc>
                  <a:txBody>
                    <a:bodyPr/>
                    <a:lstStyle/>
                    <a:p>
                      <a:pPr algn="ctr"/>
                      <a:r>
                        <a:rPr lang="en-US">
                          <a:latin typeface="Times New Roman" panose="02020603050405020304" pitchFamily="18" charset="0"/>
                          <a:cs typeface="Times New Roman" panose="02020603050405020304" pitchFamily="18" charset="0"/>
                        </a:rPr>
                        <a:t>Glioma</a:t>
                      </a:r>
                    </a:p>
                  </a:txBody>
                  <a:tcPr/>
                </a:tc>
                <a:tc>
                  <a:txBody>
                    <a:bodyPr/>
                    <a:lstStyle/>
                    <a:p>
                      <a:pPr algn="ctr"/>
                      <a:r>
                        <a:rPr lang="en-US">
                          <a:latin typeface="Times New Roman" panose="02020603050405020304" pitchFamily="18" charset="0"/>
                          <a:cs typeface="Times New Roman" panose="02020603050405020304" pitchFamily="18" charset="0"/>
                        </a:rPr>
                        <a:t>0.94</a:t>
                      </a:r>
                    </a:p>
                  </a:txBody>
                  <a:tcPr/>
                </a:tc>
                <a:tc>
                  <a:txBody>
                    <a:bodyPr/>
                    <a:lstStyle/>
                    <a:p>
                      <a:pPr algn="ctr"/>
                      <a:r>
                        <a:rPr lang="en-US" dirty="0">
                          <a:latin typeface="Times New Roman" panose="02020603050405020304" pitchFamily="18" charset="0"/>
                          <a:cs typeface="Times New Roman" panose="02020603050405020304" pitchFamily="18" charset="0"/>
                        </a:rPr>
                        <a:t>0.89</a:t>
                      </a:r>
                    </a:p>
                  </a:txBody>
                  <a:tcPr/>
                </a:tc>
                <a:tc>
                  <a:txBody>
                    <a:bodyPr/>
                    <a:lstStyle/>
                    <a:p>
                      <a:pPr algn="ctr"/>
                      <a:r>
                        <a:rPr lang="en-US">
                          <a:latin typeface="Times New Roman" panose="02020603050405020304" pitchFamily="18" charset="0"/>
                          <a:cs typeface="Times New Roman" panose="02020603050405020304" pitchFamily="18" charset="0"/>
                        </a:rPr>
                        <a:t>0.91</a:t>
                      </a:r>
                    </a:p>
                  </a:txBody>
                  <a:tcPr/>
                </a:tc>
                <a:extLst>
                  <a:ext uri="{0D108BD9-81ED-4DB2-BD59-A6C34878D82A}">
                    <a16:rowId xmlns:a16="http://schemas.microsoft.com/office/drawing/2014/main" val="2773302892"/>
                  </a:ext>
                </a:extLst>
              </a:tr>
              <a:tr h="502356">
                <a:tc vMerge="1">
                  <a:txBody>
                    <a:bodyPr/>
                    <a:lstStyle/>
                    <a:p>
                      <a:endParaRPr lang="en-US"/>
                    </a:p>
                  </a:txBody>
                  <a:tcPr/>
                </a:tc>
                <a:tc>
                  <a:txBody>
                    <a:bodyPr/>
                    <a:lstStyle/>
                    <a:p>
                      <a:pPr algn="ctr"/>
                      <a:r>
                        <a:rPr lang="en-US">
                          <a:latin typeface="Times New Roman" panose="02020603050405020304" pitchFamily="18" charset="0"/>
                          <a:cs typeface="Times New Roman" panose="02020603050405020304" pitchFamily="18" charset="0"/>
                        </a:rPr>
                        <a:t>Meningioma</a:t>
                      </a:r>
                    </a:p>
                  </a:txBody>
                  <a:tcPr/>
                </a:tc>
                <a:tc>
                  <a:txBody>
                    <a:bodyPr/>
                    <a:lstStyle/>
                    <a:p>
                      <a:pPr algn="ctr"/>
                      <a:r>
                        <a:rPr lang="en-US">
                          <a:latin typeface="Times New Roman" panose="02020603050405020304" pitchFamily="18" charset="0"/>
                          <a:cs typeface="Times New Roman" panose="02020603050405020304" pitchFamily="18" charset="0"/>
                        </a:rPr>
                        <a:t>0.89</a:t>
                      </a:r>
                    </a:p>
                  </a:txBody>
                  <a:tcPr/>
                </a:tc>
                <a:tc>
                  <a:txBody>
                    <a:bodyPr/>
                    <a:lstStyle/>
                    <a:p>
                      <a:pPr algn="ctr"/>
                      <a:r>
                        <a:rPr lang="en-US" dirty="0">
                          <a:latin typeface="Times New Roman" panose="02020603050405020304" pitchFamily="18" charset="0"/>
                          <a:cs typeface="Times New Roman" panose="02020603050405020304" pitchFamily="18" charset="0"/>
                        </a:rPr>
                        <a:t>0.90</a:t>
                      </a:r>
                    </a:p>
                  </a:txBody>
                  <a:tcPr/>
                </a:tc>
                <a:tc>
                  <a:txBody>
                    <a:bodyPr/>
                    <a:lstStyle/>
                    <a:p>
                      <a:pPr algn="ctr"/>
                      <a:r>
                        <a:rPr lang="en-US">
                          <a:latin typeface="Times New Roman" panose="02020603050405020304" pitchFamily="18" charset="0"/>
                          <a:cs typeface="Times New Roman" panose="02020603050405020304" pitchFamily="18" charset="0"/>
                        </a:rPr>
                        <a:t>0.89</a:t>
                      </a:r>
                    </a:p>
                  </a:txBody>
                  <a:tcPr/>
                </a:tc>
                <a:extLst>
                  <a:ext uri="{0D108BD9-81ED-4DB2-BD59-A6C34878D82A}">
                    <a16:rowId xmlns:a16="http://schemas.microsoft.com/office/drawing/2014/main" val="2449928086"/>
                  </a:ext>
                </a:extLst>
              </a:tr>
              <a:tr h="351391">
                <a:tc vMerge="1">
                  <a:txBody>
                    <a:bodyPr/>
                    <a:lstStyle/>
                    <a:p>
                      <a:endParaRPr lang="en-US"/>
                    </a:p>
                  </a:txBody>
                  <a:tcPr/>
                </a:tc>
                <a:tc>
                  <a:txBody>
                    <a:bodyPr/>
                    <a:lstStyle/>
                    <a:p>
                      <a:pPr algn="ctr"/>
                      <a:r>
                        <a:rPr lang="en-US">
                          <a:latin typeface="Times New Roman" panose="02020603050405020304" pitchFamily="18" charset="0"/>
                          <a:cs typeface="Times New Roman" panose="02020603050405020304" pitchFamily="18" charset="0"/>
                        </a:rPr>
                        <a:t>No-tumor</a:t>
                      </a:r>
                    </a:p>
                  </a:txBody>
                  <a:tcPr/>
                </a:tc>
                <a:tc>
                  <a:txBody>
                    <a:bodyPr/>
                    <a:lstStyle/>
                    <a:p>
                      <a:pPr algn="ctr"/>
                      <a:r>
                        <a:rPr lang="en-US">
                          <a:latin typeface="Times New Roman" panose="02020603050405020304" pitchFamily="18" charset="0"/>
                          <a:cs typeface="Times New Roman" panose="02020603050405020304" pitchFamily="18" charset="0"/>
                        </a:rPr>
                        <a:t>0.98</a:t>
                      </a:r>
                    </a:p>
                  </a:txBody>
                  <a:tcPr/>
                </a:tc>
                <a:tc>
                  <a:txBody>
                    <a:bodyPr/>
                    <a:lstStyle/>
                    <a:p>
                      <a:pPr algn="ctr"/>
                      <a:r>
                        <a:rPr lang="en-US" dirty="0">
                          <a:latin typeface="Times New Roman" panose="02020603050405020304" pitchFamily="18" charset="0"/>
                          <a:cs typeface="Times New Roman" panose="02020603050405020304" pitchFamily="18" charset="0"/>
                        </a:rPr>
                        <a:t>1.00</a:t>
                      </a:r>
                    </a:p>
                  </a:txBody>
                  <a:tcPr/>
                </a:tc>
                <a:tc>
                  <a:txBody>
                    <a:bodyPr/>
                    <a:lstStyle/>
                    <a:p>
                      <a:pPr algn="ctr"/>
                      <a:r>
                        <a:rPr lang="en-US" dirty="0">
                          <a:latin typeface="Times New Roman" panose="02020603050405020304" pitchFamily="18" charset="0"/>
                          <a:cs typeface="Times New Roman" panose="02020603050405020304" pitchFamily="18" charset="0"/>
                        </a:rPr>
                        <a:t>0.99</a:t>
                      </a:r>
                    </a:p>
                  </a:txBody>
                  <a:tcPr/>
                </a:tc>
                <a:extLst>
                  <a:ext uri="{0D108BD9-81ED-4DB2-BD59-A6C34878D82A}">
                    <a16:rowId xmlns:a16="http://schemas.microsoft.com/office/drawing/2014/main" val="1129191267"/>
                  </a:ext>
                </a:extLst>
              </a:tr>
              <a:tr h="351391">
                <a:tc vMerge="1">
                  <a:txBody>
                    <a:bodyPr/>
                    <a:lstStyle/>
                    <a:p>
                      <a:endParaRPr lang="en-US"/>
                    </a:p>
                  </a:txBody>
                  <a:tcPr/>
                </a:tc>
                <a:tc>
                  <a:txBody>
                    <a:bodyPr/>
                    <a:lstStyle/>
                    <a:p>
                      <a:pPr algn="ctr"/>
                      <a:r>
                        <a:rPr lang="en-US">
                          <a:latin typeface="Times New Roman" panose="02020603050405020304" pitchFamily="18" charset="0"/>
                          <a:cs typeface="Times New Roman" panose="02020603050405020304" pitchFamily="18" charset="0"/>
                        </a:rPr>
                        <a:t>Pituitary</a:t>
                      </a:r>
                    </a:p>
                  </a:txBody>
                  <a:tcPr/>
                </a:tc>
                <a:tc>
                  <a:txBody>
                    <a:bodyPr/>
                    <a:lstStyle/>
                    <a:p>
                      <a:pPr algn="ctr"/>
                      <a:r>
                        <a:rPr lang="en-US">
                          <a:latin typeface="Times New Roman" panose="02020603050405020304" pitchFamily="18" charset="0"/>
                          <a:cs typeface="Times New Roman" panose="02020603050405020304" pitchFamily="18" charset="0"/>
                        </a:rPr>
                        <a:t>0.97</a:t>
                      </a:r>
                    </a:p>
                  </a:txBody>
                  <a:tcPr/>
                </a:tc>
                <a:tc>
                  <a:txBody>
                    <a:bodyPr/>
                    <a:lstStyle/>
                    <a:p>
                      <a:pPr algn="ctr"/>
                      <a:r>
                        <a:rPr lang="en-US">
                          <a:latin typeface="Times New Roman" panose="02020603050405020304" pitchFamily="18" charset="0"/>
                          <a:cs typeface="Times New Roman" panose="02020603050405020304" pitchFamily="18" charset="0"/>
                        </a:rPr>
                        <a:t>0.98</a:t>
                      </a:r>
                    </a:p>
                  </a:txBody>
                  <a:tcPr/>
                </a:tc>
                <a:tc>
                  <a:txBody>
                    <a:bodyPr/>
                    <a:lstStyle/>
                    <a:p>
                      <a:pPr algn="ctr"/>
                      <a:r>
                        <a:rPr lang="en-US" dirty="0">
                          <a:latin typeface="Times New Roman" panose="02020603050405020304" pitchFamily="18" charset="0"/>
                          <a:cs typeface="Times New Roman" panose="02020603050405020304" pitchFamily="18" charset="0"/>
                        </a:rPr>
                        <a:t>0.97</a:t>
                      </a:r>
                    </a:p>
                  </a:txBody>
                  <a:tcPr/>
                </a:tc>
                <a:extLst>
                  <a:ext uri="{0D108BD9-81ED-4DB2-BD59-A6C34878D82A}">
                    <a16:rowId xmlns:a16="http://schemas.microsoft.com/office/drawing/2014/main" val="3574760832"/>
                  </a:ext>
                </a:extLst>
              </a:tr>
            </a:tbl>
          </a:graphicData>
        </a:graphic>
      </p:graphicFrame>
      <p:sp>
        <p:nvSpPr>
          <p:cNvPr id="4" name="Content Placeholder 3">
            <a:extLst>
              <a:ext uri="{FF2B5EF4-FFF2-40B4-BE49-F238E27FC236}">
                <a16:creationId xmlns:a16="http://schemas.microsoft.com/office/drawing/2014/main" id="{1B28B220-BF93-AB17-4D95-345B07D4C4BA}"/>
              </a:ext>
            </a:extLst>
          </p:cNvPr>
          <p:cNvSpPr>
            <a:spLocks noGrp="1"/>
          </p:cNvSpPr>
          <p:nvPr>
            <p:ph sz="quarter" idx="16"/>
          </p:nvPr>
        </p:nvSpPr>
        <p:spPr>
          <a:xfrm>
            <a:off x="6421121" y="940365"/>
            <a:ext cx="5577840" cy="5508564"/>
          </a:xfrm>
        </p:spPr>
        <p:txBody>
          <a:bodyPr>
            <a:normAutofit/>
          </a:bodyPr>
          <a:lstStyle/>
          <a:p>
            <a:r>
              <a:rPr lang="en-US" sz="2800" b="1" dirty="0">
                <a:solidFill>
                  <a:schemeClr val="accent5">
                    <a:lumMod val="75000"/>
                  </a:schemeClr>
                </a:solidFill>
                <a:latin typeface="Times New Roman" panose="02020603050405020304" pitchFamily="18" charset="0"/>
                <a:cs typeface="Times New Roman" panose="02020603050405020304" pitchFamily="18" charset="0"/>
              </a:rPr>
              <a:t>Comparative study analysis</a:t>
            </a:r>
            <a:endParaRPr lang="en-US" sz="1800" b="1" dirty="0">
              <a:solidFill>
                <a:schemeClr val="accent5">
                  <a:lumMod val="75000"/>
                </a:schemeClr>
              </a:solidFill>
              <a:latin typeface="Times New Roman" panose="02020603050405020304" pitchFamily="18" charset="0"/>
              <a:cs typeface="Times New Roman" panose="02020603050405020304" pitchFamily="18" charset="0"/>
            </a:endParaRPr>
          </a:p>
          <a:p>
            <a:pPr algn="just"/>
            <a:r>
              <a:rPr lang="en-US" dirty="0">
                <a:solidFill>
                  <a:schemeClr val="accent5">
                    <a:lumMod val="75000"/>
                  </a:schemeClr>
                </a:solidFill>
                <a:latin typeface="Times New Roman" panose="02020603050405020304" pitchFamily="18" charset="0"/>
                <a:cs typeface="Times New Roman" panose="02020603050405020304" pitchFamily="18" charset="0"/>
              </a:rPr>
              <a:t>SVM-</a:t>
            </a:r>
            <a:r>
              <a:rPr lang="en-US" dirty="0">
                <a:latin typeface="Times New Roman" panose="02020603050405020304" pitchFamily="18" charset="0"/>
                <a:cs typeface="Times New Roman" panose="02020603050405020304" pitchFamily="18" charset="0"/>
              </a:rPr>
              <a:t> Proposed model accuracy is 96%.</a:t>
            </a:r>
          </a:p>
          <a:p>
            <a:pPr algn="just"/>
            <a:r>
              <a:rPr lang="en-US" dirty="0">
                <a:solidFill>
                  <a:schemeClr val="accent5">
                    <a:lumMod val="75000"/>
                  </a:schemeClr>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ICA-NN-SVM model accuracy is 98.9%[1]</a:t>
            </a:r>
          </a:p>
          <a:p>
            <a:pPr algn="just"/>
            <a:endParaRPr lang="en-US" dirty="0">
              <a:latin typeface="Times New Roman" panose="02020603050405020304" pitchFamily="18" charset="0"/>
              <a:cs typeface="Times New Roman" panose="02020603050405020304" pitchFamily="18" charset="0"/>
            </a:endParaRPr>
          </a:p>
          <a:p>
            <a:pPr algn="just"/>
            <a:r>
              <a:rPr lang="en-US" dirty="0">
                <a:solidFill>
                  <a:schemeClr val="accent5">
                    <a:lumMod val="75000"/>
                  </a:schemeClr>
                </a:solidFill>
                <a:latin typeface="Times New Roman" panose="02020603050405020304" pitchFamily="18" charset="0"/>
                <a:cs typeface="Times New Roman" panose="02020603050405020304" pitchFamily="18" charset="0"/>
              </a:rPr>
              <a:t>Decision Tree</a:t>
            </a:r>
            <a:r>
              <a:rPr lang="en-US" dirty="0">
                <a:latin typeface="Times New Roman" panose="02020603050405020304" pitchFamily="18" charset="0"/>
                <a:cs typeface="Times New Roman" panose="02020603050405020304" pitchFamily="18" charset="0"/>
              </a:rPr>
              <a:t>-Proposed model accuracy is 83%</a:t>
            </a:r>
          </a:p>
          <a:p>
            <a:pPr algn="just"/>
            <a:r>
              <a:rPr lang="en-US" dirty="0">
                <a:latin typeface="Times New Roman" panose="02020603050405020304" pitchFamily="18" charset="0"/>
                <a:cs typeface="Times New Roman" panose="02020603050405020304" pitchFamily="18" charset="0"/>
              </a:rPr>
              <a:t> Existing model accuracy is  94% [4]</a:t>
            </a:r>
          </a:p>
          <a:p>
            <a:pPr algn="just"/>
            <a:endParaRPr lang="en-US" dirty="0">
              <a:solidFill>
                <a:schemeClr val="accent5">
                  <a:lumMod val="75000"/>
                </a:schemeClr>
              </a:solidFill>
              <a:latin typeface="Times New Roman" panose="02020603050405020304" pitchFamily="18" charset="0"/>
              <a:cs typeface="Times New Roman" panose="02020603050405020304" pitchFamily="18" charset="0"/>
            </a:endParaRPr>
          </a:p>
          <a:p>
            <a:pPr algn="just"/>
            <a:r>
              <a:rPr lang="en-US" dirty="0">
                <a:solidFill>
                  <a:schemeClr val="accent5">
                    <a:lumMod val="75000"/>
                  </a:schemeClr>
                </a:solidFill>
                <a:latin typeface="Times New Roman" panose="02020603050405020304" pitchFamily="18" charset="0"/>
                <a:cs typeface="Times New Roman" panose="02020603050405020304" pitchFamily="18" charset="0"/>
              </a:rPr>
              <a:t>Logistic Regression</a:t>
            </a:r>
            <a:r>
              <a:rPr lang="en-US" dirty="0">
                <a:latin typeface="Times New Roman" panose="02020603050405020304" pitchFamily="18" charset="0"/>
                <a:cs typeface="Times New Roman" panose="02020603050405020304" pitchFamily="18" charset="0"/>
              </a:rPr>
              <a:t>-Proposed model accuracy is 95%</a:t>
            </a:r>
          </a:p>
          <a:p>
            <a:pPr algn="just"/>
            <a:r>
              <a:rPr lang="en-US" dirty="0">
                <a:latin typeface="Times New Roman" panose="02020603050405020304" pitchFamily="18" charset="0"/>
                <a:cs typeface="Times New Roman" panose="02020603050405020304" pitchFamily="18" charset="0"/>
              </a:rPr>
              <a:t> Logistic-regression based model accuracy is 97%[3]</a:t>
            </a:r>
          </a:p>
        </p:txBody>
      </p:sp>
    </p:spTree>
    <p:extLst>
      <p:ext uri="{BB962C8B-B14F-4D97-AF65-F5344CB8AC3E}">
        <p14:creationId xmlns:p14="http://schemas.microsoft.com/office/powerpoint/2010/main" val="418434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D9115-341E-6ED0-4482-DFA66981781D}"/>
              </a:ext>
            </a:extLst>
          </p:cNvPr>
          <p:cNvSpPr>
            <a:spLocks noGrp="1"/>
          </p:cNvSpPr>
          <p:nvPr>
            <p:ph type="title"/>
          </p:nvPr>
        </p:nvSpPr>
        <p:spPr>
          <a:xfrm>
            <a:off x="340548" y="688091"/>
            <a:ext cx="11381361" cy="801797"/>
          </a:xfrm>
        </p:spPr>
        <p:txBody>
          <a:bodyPr anchor="b">
            <a:normAutofit fontScale="90000"/>
          </a:bodyPr>
          <a:lstStyle/>
          <a:p>
            <a:r>
              <a:rPr lang="en-US" sz="3600">
                <a:latin typeface="Franklin Gothic Demi (Headings)"/>
                <a:cs typeface="Times New Roman" panose="02020603050405020304" pitchFamily="18" charset="0"/>
              </a:rPr>
              <a:t>Result(Cont.)</a:t>
            </a:r>
            <a:br>
              <a:rPr lang="en-US" sz="3600">
                <a:solidFill>
                  <a:schemeClr val="accent5">
                    <a:lumMod val="75000"/>
                  </a:schemeClr>
                </a:solidFill>
                <a:latin typeface="Franklin Gothic Demi (Headings)"/>
                <a:cs typeface="Times New Roman" panose="02020603050405020304" pitchFamily="18" charset="0"/>
              </a:rPr>
            </a:br>
            <a:r>
              <a:rPr lang="en-US" sz="3600">
                <a:solidFill>
                  <a:schemeClr val="accent5">
                    <a:lumMod val="75000"/>
                  </a:schemeClr>
                </a:solidFill>
                <a:latin typeface="Franklin Gothic Demi (Headings)"/>
                <a:cs typeface="Times New Roman" panose="02020603050405020304" pitchFamily="18" charset="0"/>
              </a:rPr>
              <a:t>                                     </a:t>
            </a:r>
            <a:r>
              <a:rPr lang="en-US" sz="3100">
                <a:solidFill>
                  <a:schemeClr val="accent5"/>
                </a:solidFill>
                <a:latin typeface="Franklin Gothic Demi (Headings)"/>
                <a:cs typeface="Times New Roman" panose="02020603050405020304" pitchFamily="18" charset="0"/>
              </a:rPr>
              <a:t>Confusion Matrix</a:t>
            </a:r>
          </a:p>
        </p:txBody>
      </p:sp>
      <p:pic>
        <p:nvPicPr>
          <p:cNvPr id="5" name="Content Placeholder 4" descr="A screenshot of a graph&#10;&#10;AI-generated content may be incorrect.">
            <a:extLst>
              <a:ext uri="{FF2B5EF4-FFF2-40B4-BE49-F238E27FC236}">
                <a16:creationId xmlns:a16="http://schemas.microsoft.com/office/drawing/2014/main" id="{553B0CE9-8F11-070F-0D77-E187CEAA1643}"/>
              </a:ext>
            </a:extLst>
          </p:cNvPr>
          <p:cNvPicPr>
            <a:picLocks noGrp="1" noChangeAspect="1"/>
          </p:cNvPicPr>
          <p:nvPr>
            <p:ph sz="quarter" idx="13"/>
          </p:nvPr>
        </p:nvPicPr>
        <p:blipFill>
          <a:blip r:embed="rId2"/>
          <a:stretch>
            <a:fillRect/>
          </a:stretch>
        </p:blipFill>
        <p:spPr>
          <a:xfrm>
            <a:off x="340549" y="1775297"/>
            <a:ext cx="11381362" cy="4523363"/>
          </a:xfrm>
          <a:noFill/>
        </p:spPr>
      </p:pic>
    </p:spTree>
    <p:extLst>
      <p:ext uri="{BB962C8B-B14F-4D97-AF65-F5344CB8AC3E}">
        <p14:creationId xmlns:p14="http://schemas.microsoft.com/office/powerpoint/2010/main" val="17951477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A0186-B3C4-95F8-5C89-3421AAB6EE2B}"/>
              </a:ext>
            </a:extLst>
          </p:cNvPr>
          <p:cNvSpPr>
            <a:spLocks noGrp="1"/>
          </p:cNvSpPr>
          <p:nvPr>
            <p:ph type="title"/>
          </p:nvPr>
        </p:nvSpPr>
        <p:spPr>
          <a:xfrm>
            <a:off x="457199" y="671362"/>
            <a:ext cx="9778365" cy="723820"/>
          </a:xfrm>
        </p:spPr>
        <p:txBody>
          <a:bodyPr/>
          <a:lstStyle/>
          <a:p>
            <a:r>
              <a:rPr lang="en-US" sz="4000">
                <a:latin typeface="Franklin Gothic Demi (Headings)"/>
                <a:cs typeface="Times New Roman" panose="02020603050405020304" pitchFamily="18" charset="0"/>
              </a:rPr>
              <a:t>Result(Cont.)</a:t>
            </a:r>
          </a:p>
        </p:txBody>
      </p:sp>
      <p:graphicFrame>
        <p:nvGraphicFramePr>
          <p:cNvPr id="5" name="Content Placeholder 4">
            <a:extLst>
              <a:ext uri="{FF2B5EF4-FFF2-40B4-BE49-F238E27FC236}">
                <a16:creationId xmlns:a16="http://schemas.microsoft.com/office/drawing/2014/main" id="{F39B9966-A151-FE72-F043-49DEE6280E08}"/>
              </a:ext>
            </a:extLst>
          </p:cNvPr>
          <p:cNvGraphicFramePr>
            <a:graphicFrameLocks noGrp="1"/>
          </p:cNvGraphicFramePr>
          <p:nvPr>
            <p:ph sz="quarter" idx="15"/>
            <p:extLst>
              <p:ext uri="{D42A27DB-BD31-4B8C-83A1-F6EECF244321}">
                <p14:modId xmlns:p14="http://schemas.microsoft.com/office/powerpoint/2010/main" val="567566348"/>
              </p:ext>
            </p:extLst>
          </p:nvPr>
        </p:nvGraphicFramePr>
        <p:xfrm>
          <a:off x="457199" y="1839502"/>
          <a:ext cx="6747165" cy="4367718"/>
        </p:xfrm>
        <a:graphic>
          <a:graphicData uri="http://schemas.openxmlformats.org/drawingml/2006/table">
            <a:tbl>
              <a:tblPr firstRow="1" bandRow="1">
                <a:tableStyleId>{8A107856-5554-42FB-B03E-39F5DBC370BA}</a:tableStyleId>
              </a:tblPr>
              <a:tblGrid>
                <a:gridCol w="1219201">
                  <a:extLst>
                    <a:ext uri="{9D8B030D-6E8A-4147-A177-3AD203B41FA5}">
                      <a16:colId xmlns:a16="http://schemas.microsoft.com/office/drawing/2014/main" val="15688743"/>
                    </a:ext>
                  </a:extLst>
                </a:gridCol>
                <a:gridCol w="1397188">
                  <a:extLst>
                    <a:ext uri="{9D8B030D-6E8A-4147-A177-3AD203B41FA5}">
                      <a16:colId xmlns:a16="http://schemas.microsoft.com/office/drawing/2014/main" val="369122971"/>
                    </a:ext>
                  </a:extLst>
                </a:gridCol>
                <a:gridCol w="1431910">
                  <a:extLst>
                    <a:ext uri="{9D8B030D-6E8A-4147-A177-3AD203B41FA5}">
                      <a16:colId xmlns:a16="http://schemas.microsoft.com/office/drawing/2014/main" val="4234990306"/>
                    </a:ext>
                  </a:extLst>
                </a:gridCol>
                <a:gridCol w="1349433">
                  <a:extLst>
                    <a:ext uri="{9D8B030D-6E8A-4147-A177-3AD203B41FA5}">
                      <a16:colId xmlns:a16="http://schemas.microsoft.com/office/drawing/2014/main" val="4026170024"/>
                    </a:ext>
                  </a:extLst>
                </a:gridCol>
                <a:gridCol w="1349433">
                  <a:extLst>
                    <a:ext uri="{9D8B030D-6E8A-4147-A177-3AD203B41FA5}">
                      <a16:colId xmlns:a16="http://schemas.microsoft.com/office/drawing/2014/main" val="2450885145"/>
                    </a:ext>
                  </a:extLst>
                </a:gridCol>
              </a:tblGrid>
              <a:tr h="706374">
                <a:tc>
                  <a:txBody>
                    <a:bodyPr/>
                    <a:lstStyle/>
                    <a:p>
                      <a:pPr algn="ctr"/>
                      <a:r>
                        <a:rPr lang="en-US" dirty="0">
                          <a:latin typeface="Times New Roman" panose="02020603050405020304" pitchFamily="18" charset="0"/>
                          <a:cs typeface="Times New Roman" panose="02020603050405020304" pitchFamily="18" charset="0"/>
                        </a:rPr>
                        <a:t>ML Model</a:t>
                      </a:r>
                    </a:p>
                  </a:txBody>
                  <a:tcPr/>
                </a:tc>
                <a:tc>
                  <a:txBody>
                    <a:bodyPr/>
                    <a:lstStyle/>
                    <a:p>
                      <a:pPr algn="ctr"/>
                      <a:r>
                        <a:rPr lang="en-US" dirty="0">
                          <a:latin typeface="Times New Roman" panose="02020603050405020304" pitchFamily="18" charset="0"/>
                          <a:cs typeface="Times New Roman" panose="02020603050405020304" pitchFamily="18" charset="0"/>
                        </a:rPr>
                        <a:t>Class</a:t>
                      </a:r>
                    </a:p>
                  </a:txBody>
                  <a:tcPr/>
                </a:tc>
                <a:tc>
                  <a:txBody>
                    <a:bodyPr/>
                    <a:lstStyle/>
                    <a:p>
                      <a:pPr algn="ctr"/>
                      <a:r>
                        <a:rPr lang="en-US">
                          <a:latin typeface="Times New Roman" panose="02020603050405020304" pitchFamily="18" charset="0"/>
                          <a:cs typeface="Times New Roman" panose="02020603050405020304" pitchFamily="18" charset="0"/>
                        </a:rPr>
                        <a:t>Precision</a:t>
                      </a:r>
                    </a:p>
                  </a:txBody>
                  <a:tcPr/>
                </a:tc>
                <a:tc>
                  <a:txBody>
                    <a:bodyPr/>
                    <a:lstStyle/>
                    <a:p>
                      <a:pPr algn="ctr"/>
                      <a:r>
                        <a:rPr lang="en-US">
                          <a:latin typeface="Times New Roman" panose="02020603050405020304" pitchFamily="18" charset="0"/>
                          <a:cs typeface="Times New Roman" panose="02020603050405020304" pitchFamily="18" charset="0"/>
                        </a:rPr>
                        <a:t>Recall</a:t>
                      </a:r>
                    </a:p>
                  </a:txBody>
                  <a:tcPr/>
                </a:tc>
                <a:tc>
                  <a:txBody>
                    <a:bodyPr/>
                    <a:lstStyle/>
                    <a:p>
                      <a:pPr algn="ctr"/>
                      <a:r>
                        <a:rPr lang="en-US">
                          <a:latin typeface="Times New Roman" panose="02020603050405020304" pitchFamily="18" charset="0"/>
                          <a:cs typeface="Times New Roman" panose="02020603050405020304" pitchFamily="18" charset="0"/>
                        </a:rPr>
                        <a:t>F1-Score</a:t>
                      </a:r>
                    </a:p>
                  </a:txBody>
                  <a:tcPr/>
                </a:tc>
                <a:extLst>
                  <a:ext uri="{0D108BD9-81ED-4DB2-BD59-A6C34878D82A}">
                    <a16:rowId xmlns:a16="http://schemas.microsoft.com/office/drawing/2014/main" val="2646893115"/>
                  </a:ext>
                </a:extLst>
              </a:tr>
              <a:tr h="414066">
                <a:tc rowSpan="4">
                  <a:txBody>
                    <a:bodyPr/>
                    <a:lstStyle/>
                    <a:p>
                      <a:r>
                        <a:rPr lang="en-US">
                          <a:latin typeface="Times New Roman" panose="02020603050405020304" pitchFamily="18" charset="0"/>
                          <a:cs typeface="Times New Roman" panose="02020603050405020304" pitchFamily="18" charset="0"/>
                        </a:rPr>
                        <a:t>K-NN</a:t>
                      </a:r>
                    </a:p>
                  </a:txBody>
                  <a:tcPr/>
                </a:tc>
                <a:tc>
                  <a:txBody>
                    <a:bodyPr/>
                    <a:lstStyle/>
                    <a:p>
                      <a:pPr algn="ctr"/>
                      <a:r>
                        <a:rPr lang="en-US" dirty="0">
                          <a:latin typeface="Times New Roman" panose="02020603050405020304" pitchFamily="18" charset="0"/>
                          <a:cs typeface="Times New Roman" panose="02020603050405020304" pitchFamily="18" charset="0"/>
                        </a:rPr>
                        <a:t>Glioma</a:t>
                      </a:r>
                    </a:p>
                  </a:txBody>
                  <a:tcPr/>
                </a:tc>
                <a:tc>
                  <a:txBody>
                    <a:bodyPr/>
                    <a:lstStyle/>
                    <a:p>
                      <a:pPr algn="ctr"/>
                      <a:r>
                        <a:rPr lang="en-US">
                          <a:latin typeface="Times New Roman" panose="02020603050405020304" pitchFamily="18" charset="0"/>
                          <a:cs typeface="Times New Roman" panose="02020603050405020304" pitchFamily="18" charset="0"/>
                        </a:rPr>
                        <a:t>0.95</a:t>
                      </a:r>
                    </a:p>
                  </a:txBody>
                  <a:tcPr/>
                </a:tc>
                <a:tc>
                  <a:txBody>
                    <a:bodyPr/>
                    <a:lstStyle/>
                    <a:p>
                      <a:pPr algn="ctr"/>
                      <a:r>
                        <a:rPr lang="en-US">
                          <a:latin typeface="Times New Roman" panose="02020603050405020304" pitchFamily="18" charset="0"/>
                          <a:cs typeface="Times New Roman" panose="02020603050405020304" pitchFamily="18" charset="0"/>
                        </a:rPr>
                        <a:t>0.90</a:t>
                      </a:r>
                    </a:p>
                  </a:txBody>
                  <a:tcPr/>
                </a:tc>
                <a:tc>
                  <a:txBody>
                    <a:bodyPr/>
                    <a:lstStyle/>
                    <a:p>
                      <a:pPr algn="ctr"/>
                      <a:r>
                        <a:rPr lang="en-US">
                          <a:latin typeface="Times New Roman" panose="02020603050405020304" pitchFamily="18" charset="0"/>
                          <a:cs typeface="Times New Roman" panose="02020603050405020304" pitchFamily="18" charset="0"/>
                        </a:rPr>
                        <a:t>0.93</a:t>
                      </a:r>
                    </a:p>
                  </a:txBody>
                  <a:tcPr/>
                </a:tc>
                <a:extLst>
                  <a:ext uri="{0D108BD9-81ED-4DB2-BD59-A6C34878D82A}">
                    <a16:rowId xmlns:a16="http://schemas.microsoft.com/office/drawing/2014/main" val="1503776151"/>
                  </a:ext>
                </a:extLst>
              </a:tr>
              <a:tr h="588474">
                <a:tc vMerge="1">
                  <a:txBody>
                    <a:bodyPr/>
                    <a:lstStyle/>
                    <a:p>
                      <a:endParaRPr lang="en-US"/>
                    </a:p>
                  </a:txBody>
                  <a:tcPr/>
                </a:tc>
                <a:tc>
                  <a:txBody>
                    <a:bodyPr/>
                    <a:lstStyle/>
                    <a:p>
                      <a:pPr algn="ctr"/>
                      <a:r>
                        <a:rPr lang="en-US">
                          <a:latin typeface="Times New Roman" panose="02020603050405020304" pitchFamily="18" charset="0"/>
                          <a:cs typeface="Times New Roman" panose="02020603050405020304" pitchFamily="18" charset="0"/>
                        </a:rPr>
                        <a:t>Meningioma</a:t>
                      </a:r>
                    </a:p>
                  </a:txBody>
                  <a:tcPr/>
                </a:tc>
                <a:tc>
                  <a:txBody>
                    <a:bodyPr/>
                    <a:lstStyle/>
                    <a:p>
                      <a:pPr algn="ctr"/>
                      <a:r>
                        <a:rPr lang="en-US" dirty="0">
                          <a:latin typeface="Times New Roman" panose="02020603050405020304" pitchFamily="18" charset="0"/>
                          <a:cs typeface="Times New Roman" panose="02020603050405020304" pitchFamily="18" charset="0"/>
                        </a:rPr>
                        <a:t>0.86</a:t>
                      </a:r>
                    </a:p>
                  </a:txBody>
                  <a:tcPr/>
                </a:tc>
                <a:tc>
                  <a:txBody>
                    <a:bodyPr/>
                    <a:lstStyle/>
                    <a:p>
                      <a:pPr algn="ctr"/>
                      <a:r>
                        <a:rPr lang="en-US">
                          <a:latin typeface="Times New Roman" panose="02020603050405020304" pitchFamily="18" charset="0"/>
                          <a:cs typeface="Times New Roman" panose="02020603050405020304" pitchFamily="18" charset="0"/>
                        </a:rPr>
                        <a:t>0.70</a:t>
                      </a:r>
                    </a:p>
                  </a:txBody>
                  <a:tcPr/>
                </a:tc>
                <a:tc>
                  <a:txBody>
                    <a:bodyPr/>
                    <a:lstStyle/>
                    <a:p>
                      <a:pPr algn="ctr"/>
                      <a:r>
                        <a:rPr lang="en-US">
                          <a:latin typeface="Times New Roman" panose="02020603050405020304" pitchFamily="18" charset="0"/>
                          <a:cs typeface="Times New Roman" panose="02020603050405020304" pitchFamily="18" charset="0"/>
                        </a:rPr>
                        <a:t>0.77</a:t>
                      </a:r>
                    </a:p>
                  </a:txBody>
                  <a:tcPr/>
                </a:tc>
                <a:extLst>
                  <a:ext uri="{0D108BD9-81ED-4DB2-BD59-A6C34878D82A}">
                    <a16:rowId xmlns:a16="http://schemas.microsoft.com/office/drawing/2014/main" val="4095423264"/>
                  </a:ext>
                </a:extLst>
              </a:tr>
              <a:tr h="414066">
                <a:tc vMerge="1">
                  <a:txBody>
                    <a:bodyPr/>
                    <a:lstStyle/>
                    <a:p>
                      <a:endParaRPr lang="en-US"/>
                    </a:p>
                  </a:txBody>
                  <a:tcPr/>
                </a:tc>
                <a:tc>
                  <a:txBody>
                    <a:bodyPr/>
                    <a:lstStyle/>
                    <a:p>
                      <a:pPr algn="ctr"/>
                      <a:r>
                        <a:rPr lang="en-US">
                          <a:latin typeface="Times New Roman" panose="02020603050405020304" pitchFamily="18" charset="0"/>
                          <a:cs typeface="Times New Roman" panose="02020603050405020304" pitchFamily="18" charset="0"/>
                        </a:rPr>
                        <a:t>No-tumor</a:t>
                      </a:r>
                    </a:p>
                  </a:txBody>
                  <a:tcPr/>
                </a:tc>
                <a:tc>
                  <a:txBody>
                    <a:bodyPr/>
                    <a:lstStyle/>
                    <a:p>
                      <a:pPr algn="ctr"/>
                      <a:r>
                        <a:rPr lang="en-US" dirty="0">
                          <a:latin typeface="Times New Roman" panose="02020603050405020304" pitchFamily="18" charset="0"/>
                          <a:cs typeface="Times New Roman" panose="02020603050405020304" pitchFamily="18" charset="0"/>
                        </a:rPr>
                        <a:t>0.91</a:t>
                      </a:r>
                    </a:p>
                  </a:txBody>
                  <a:tcPr/>
                </a:tc>
                <a:tc>
                  <a:txBody>
                    <a:bodyPr/>
                    <a:lstStyle/>
                    <a:p>
                      <a:pPr algn="ctr"/>
                      <a:r>
                        <a:rPr lang="en-US">
                          <a:latin typeface="Times New Roman" panose="02020603050405020304" pitchFamily="18" charset="0"/>
                          <a:cs typeface="Times New Roman" panose="02020603050405020304" pitchFamily="18" charset="0"/>
                        </a:rPr>
                        <a:t>0.97</a:t>
                      </a:r>
                    </a:p>
                  </a:txBody>
                  <a:tcPr/>
                </a:tc>
                <a:tc>
                  <a:txBody>
                    <a:bodyPr/>
                    <a:lstStyle/>
                    <a:p>
                      <a:pPr algn="ctr"/>
                      <a:r>
                        <a:rPr lang="en-US">
                          <a:latin typeface="Times New Roman" panose="02020603050405020304" pitchFamily="18" charset="0"/>
                          <a:cs typeface="Times New Roman" panose="02020603050405020304" pitchFamily="18" charset="0"/>
                        </a:rPr>
                        <a:t>0.94</a:t>
                      </a:r>
                    </a:p>
                  </a:txBody>
                  <a:tcPr/>
                </a:tc>
                <a:extLst>
                  <a:ext uri="{0D108BD9-81ED-4DB2-BD59-A6C34878D82A}">
                    <a16:rowId xmlns:a16="http://schemas.microsoft.com/office/drawing/2014/main" val="4178104332"/>
                  </a:ext>
                </a:extLst>
              </a:tr>
              <a:tr h="414066">
                <a:tc vMerge="1">
                  <a:txBody>
                    <a:bodyPr/>
                    <a:lstStyle/>
                    <a:p>
                      <a:endParaRPr lang="en-US"/>
                    </a:p>
                  </a:txBody>
                  <a:tcPr/>
                </a:tc>
                <a:tc>
                  <a:txBody>
                    <a:bodyPr/>
                    <a:lstStyle/>
                    <a:p>
                      <a:pPr algn="ctr"/>
                      <a:r>
                        <a:rPr lang="en-US">
                          <a:latin typeface="Times New Roman" panose="02020603050405020304" pitchFamily="18" charset="0"/>
                          <a:cs typeface="Times New Roman" panose="02020603050405020304" pitchFamily="18" charset="0"/>
                        </a:rPr>
                        <a:t>Pituitary</a:t>
                      </a:r>
                    </a:p>
                  </a:txBody>
                  <a:tcPr/>
                </a:tc>
                <a:tc>
                  <a:txBody>
                    <a:bodyPr/>
                    <a:lstStyle/>
                    <a:p>
                      <a:pPr algn="ctr"/>
                      <a:r>
                        <a:rPr lang="en-US" dirty="0">
                          <a:latin typeface="Times New Roman" panose="02020603050405020304" pitchFamily="18" charset="0"/>
                          <a:cs typeface="Times New Roman" panose="02020603050405020304" pitchFamily="18" charset="0"/>
                        </a:rPr>
                        <a:t>0.86</a:t>
                      </a:r>
                    </a:p>
                  </a:txBody>
                  <a:tcPr/>
                </a:tc>
                <a:tc>
                  <a:txBody>
                    <a:bodyPr/>
                    <a:lstStyle/>
                    <a:p>
                      <a:pPr algn="ctr"/>
                      <a:r>
                        <a:rPr lang="en-US" dirty="0">
                          <a:latin typeface="Times New Roman" panose="02020603050405020304" pitchFamily="18" charset="0"/>
                          <a:cs typeface="Times New Roman" panose="02020603050405020304" pitchFamily="18" charset="0"/>
                        </a:rPr>
                        <a:t>0.99</a:t>
                      </a:r>
                    </a:p>
                  </a:txBody>
                  <a:tcPr/>
                </a:tc>
                <a:tc>
                  <a:txBody>
                    <a:bodyPr/>
                    <a:lstStyle/>
                    <a:p>
                      <a:pPr algn="ctr"/>
                      <a:r>
                        <a:rPr lang="en-US">
                          <a:latin typeface="Times New Roman" panose="02020603050405020304" pitchFamily="18" charset="0"/>
                          <a:cs typeface="Times New Roman" panose="02020603050405020304" pitchFamily="18" charset="0"/>
                        </a:rPr>
                        <a:t>0.92</a:t>
                      </a:r>
                    </a:p>
                  </a:txBody>
                  <a:tcPr/>
                </a:tc>
                <a:extLst>
                  <a:ext uri="{0D108BD9-81ED-4DB2-BD59-A6C34878D82A}">
                    <a16:rowId xmlns:a16="http://schemas.microsoft.com/office/drawing/2014/main" val="3706949753"/>
                  </a:ext>
                </a:extLst>
              </a:tr>
              <a:tr h="414066">
                <a:tc rowSpan="4">
                  <a:txBody>
                    <a:bodyPr/>
                    <a:lstStyle/>
                    <a:p>
                      <a:r>
                        <a:rPr lang="en-US">
                          <a:latin typeface="Times New Roman" panose="02020603050405020304" pitchFamily="18" charset="0"/>
                          <a:cs typeface="Times New Roman" panose="02020603050405020304" pitchFamily="18" charset="0"/>
                        </a:rPr>
                        <a:t>XG-Boost</a:t>
                      </a:r>
                    </a:p>
                  </a:txBody>
                  <a:tcPr/>
                </a:tc>
                <a:tc>
                  <a:txBody>
                    <a:bodyPr/>
                    <a:lstStyle/>
                    <a:p>
                      <a:pPr algn="ctr"/>
                      <a:r>
                        <a:rPr lang="en-US">
                          <a:latin typeface="Times New Roman" panose="02020603050405020304" pitchFamily="18" charset="0"/>
                          <a:cs typeface="Times New Roman" panose="02020603050405020304" pitchFamily="18" charset="0"/>
                        </a:rPr>
                        <a:t>Glioma</a:t>
                      </a:r>
                    </a:p>
                  </a:txBody>
                  <a:tcPr/>
                </a:tc>
                <a:tc>
                  <a:txBody>
                    <a:bodyPr/>
                    <a:lstStyle/>
                    <a:p>
                      <a:pPr algn="ctr"/>
                      <a:r>
                        <a:rPr lang="en-US">
                          <a:latin typeface="Times New Roman" panose="02020603050405020304" pitchFamily="18" charset="0"/>
                          <a:cs typeface="Times New Roman" panose="02020603050405020304" pitchFamily="18" charset="0"/>
                        </a:rPr>
                        <a:t>0.95</a:t>
                      </a:r>
                    </a:p>
                  </a:txBody>
                  <a:tcPr/>
                </a:tc>
                <a:tc>
                  <a:txBody>
                    <a:bodyPr/>
                    <a:lstStyle/>
                    <a:p>
                      <a:pPr algn="ctr"/>
                      <a:r>
                        <a:rPr lang="en-US" dirty="0">
                          <a:latin typeface="Times New Roman" panose="02020603050405020304" pitchFamily="18" charset="0"/>
                          <a:cs typeface="Times New Roman" panose="02020603050405020304" pitchFamily="18" charset="0"/>
                        </a:rPr>
                        <a:t>0.86</a:t>
                      </a:r>
                    </a:p>
                  </a:txBody>
                  <a:tcPr/>
                </a:tc>
                <a:tc>
                  <a:txBody>
                    <a:bodyPr/>
                    <a:lstStyle/>
                    <a:p>
                      <a:pPr algn="ctr"/>
                      <a:r>
                        <a:rPr lang="en-US">
                          <a:latin typeface="Times New Roman" panose="02020603050405020304" pitchFamily="18" charset="0"/>
                          <a:cs typeface="Times New Roman" panose="02020603050405020304" pitchFamily="18" charset="0"/>
                        </a:rPr>
                        <a:t>0.90</a:t>
                      </a:r>
                    </a:p>
                  </a:txBody>
                  <a:tcPr/>
                </a:tc>
                <a:extLst>
                  <a:ext uri="{0D108BD9-81ED-4DB2-BD59-A6C34878D82A}">
                    <a16:rowId xmlns:a16="http://schemas.microsoft.com/office/drawing/2014/main" val="497770301"/>
                  </a:ext>
                </a:extLst>
              </a:tr>
              <a:tr h="588474">
                <a:tc vMerge="1">
                  <a:txBody>
                    <a:bodyPr/>
                    <a:lstStyle/>
                    <a:p>
                      <a:endParaRPr lang="en-US"/>
                    </a:p>
                  </a:txBody>
                  <a:tcPr/>
                </a:tc>
                <a:tc>
                  <a:txBody>
                    <a:bodyPr/>
                    <a:lstStyle/>
                    <a:p>
                      <a:pPr algn="ctr"/>
                      <a:r>
                        <a:rPr lang="en-US">
                          <a:latin typeface="Times New Roman" panose="02020603050405020304" pitchFamily="18" charset="0"/>
                          <a:cs typeface="Times New Roman" panose="02020603050405020304" pitchFamily="18" charset="0"/>
                        </a:rPr>
                        <a:t>Meningioma</a:t>
                      </a:r>
                    </a:p>
                  </a:txBody>
                  <a:tcPr/>
                </a:tc>
                <a:tc>
                  <a:txBody>
                    <a:bodyPr/>
                    <a:lstStyle/>
                    <a:p>
                      <a:pPr algn="ctr"/>
                      <a:r>
                        <a:rPr lang="en-US">
                          <a:latin typeface="Times New Roman" panose="02020603050405020304" pitchFamily="18" charset="0"/>
                          <a:cs typeface="Times New Roman" panose="02020603050405020304" pitchFamily="18" charset="0"/>
                        </a:rPr>
                        <a:t>0.87</a:t>
                      </a:r>
                    </a:p>
                  </a:txBody>
                  <a:tcPr/>
                </a:tc>
                <a:tc>
                  <a:txBody>
                    <a:bodyPr/>
                    <a:lstStyle/>
                    <a:p>
                      <a:pPr algn="ctr"/>
                      <a:r>
                        <a:rPr lang="en-US" dirty="0">
                          <a:latin typeface="Times New Roman" panose="02020603050405020304" pitchFamily="18" charset="0"/>
                          <a:cs typeface="Times New Roman" panose="02020603050405020304" pitchFamily="18" charset="0"/>
                        </a:rPr>
                        <a:t>0.92</a:t>
                      </a:r>
                    </a:p>
                  </a:txBody>
                  <a:tcPr/>
                </a:tc>
                <a:tc>
                  <a:txBody>
                    <a:bodyPr/>
                    <a:lstStyle/>
                    <a:p>
                      <a:pPr algn="ctr"/>
                      <a:r>
                        <a:rPr lang="en-US">
                          <a:latin typeface="Times New Roman" panose="02020603050405020304" pitchFamily="18" charset="0"/>
                          <a:cs typeface="Times New Roman" panose="02020603050405020304" pitchFamily="18" charset="0"/>
                        </a:rPr>
                        <a:t>0.89</a:t>
                      </a:r>
                    </a:p>
                  </a:txBody>
                  <a:tcPr/>
                </a:tc>
                <a:extLst>
                  <a:ext uri="{0D108BD9-81ED-4DB2-BD59-A6C34878D82A}">
                    <a16:rowId xmlns:a16="http://schemas.microsoft.com/office/drawing/2014/main" val="2147700718"/>
                  </a:ext>
                </a:extLst>
              </a:tr>
              <a:tr h="414066">
                <a:tc vMerge="1">
                  <a:txBody>
                    <a:bodyPr/>
                    <a:lstStyle/>
                    <a:p>
                      <a:endParaRPr lang="en-US"/>
                    </a:p>
                  </a:txBody>
                  <a:tcPr/>
                </a:tc>
                <a:tc>
                  <a:txBody>
                    <a:bodyPr/>
                    <a:lstStyle/>
                    <a:p>
                      <a:pPr algn="ctr"/>
                      <a:r>
                        <a:rPr lang="en-US">
                          <a:latin typeface="Times New Roman" panose="02020603050405020304" pitchFamily="18" charset="0"/>
                          <a:cs typeface="Times New Roman" panose="02020603050405020304" pitchFamily="18" charset="0"/>
                        </a:rPr>
                        <a:t>No-Tumor</a:t>
                      </a:r>
                    </a:p>
                  </a:txBody>
                  <a:tcPr/>
                </a:tc>
                <a:tc>
                  <a:txBody>
                    <a:bodyPr/>
                    <a:lstStyle/>
                    <a:p>
                      <a:pPr algn="ctr"/>
                      <a:r>
                        <a:rPr lang="en-US">
                          <a:latin typeface="Times New Roman" panose="02020603050405020304" pitchFamily="18" charset="0"/>
                          <a:cs typeface="Times New Roman" panose="02020603050405020304" pitchFamily="18" charset="0"/>
                        </a:rPr>
                        <a:t>0.98</a:t>
                      </a:r>
                    </a:p>
                  </a:txBody>
                  <a:tcPr/>
                </a:tc>
                <a:tc>
                  <a:txBody>
                    <a:bodyPr/>
                    <a:lstStyle/>
                    <a:p>
                      <a:pPr algn="ctr"/>
                      <a:r>
                        <a:rPr lang="en-US">
                          <a:latin typeface="Times New Roman" panose="02020603050405020304" pitchFamily="18" charset="0"/>
                          <a:cs typeface="Times New Roman" panose="02020603050405020304" pitchFamily="18" charset="0"/>
                        </a:rPr>
                        <a:t>1.00</a:t>
                      </a:r>
                    </a:p>
                  </a:txBody>
                  <a:tcPr/>
                </a:tc>
                <a:tc>
                  <a:txBody>
                    <a:bodyPr/>
                    <a:lstStyle/>
                    <a:p>
                      <a:pPr algn="ctr"/>
                      <a:r>
                        <a:rPr lang="en-US" dirty="0">
                          <a:latin typeface="Times New Roman" panose="02020603050405020304" pitchFamily="18" charset="0"/>
                          <a:cs typeface="Times New Roman" panose="02020603050405020304" pitchFamily="18" charset="0"/>
                        </a:rPr>
                        <a:t>0.99</a:t>
                      </a:r>
                    </a:p>
                  </a:txBody>
                  <a:tcPr/>
                </a:tc>
                <a:extLst>
                  <a:ext uri="{0D108BD9-81ED-4DB2-BD59-A6C34878D82A}">
                    <a16:rowId xmlns:a16="http://schemas.microsoft.com/office/drawing/2014/main" val="4033133208"/>
                  </a:ext>
                </a:extLst>
              </a:tr>
              <a:tr h="414066">
                <a:tc vMerge="1">
                  <a:txBody>
                    <a:bodyPr/>
                    <a:lstStyle/>
                    <a:p>
                      <a:endParaRPr lang="en-US"/>
                    </a:p>
                  </a:txBody>
                  <a:tcPr/>
                </a:tc>
                <a:tc>
                  <a:txBody>
                    <a:bodyPr/>
                    <a:lstStyle/>
                    <a:p>
                      <a:pPr algn="ctr"/>
                      <a:r>
                        <a:rPr lang="en-US">
                          <a:latin typeface="Times New Roman" panose="02020603050405020304" pitchFamily="18" charset="0"/>
                          <a:cs typeface="Times New Roman" panose="02020603050405020304" pitchFamily="18" charset="0"/>
                        </a:rPr>
                        <a:t>Pituitary</a:t>
                      </a:r>
                    </a:p>
                  </a:txBody>
                  <a:tcPr/>
                </a:tc>
                <a:tc>
                  <a:txBody>
                    <a:bodyPr/>
                    <a:lstStyle/>
                    <a:p>
                      <a:pPr algn="ctr"/>
                      <a:r>
                        <a:rPr lang="en-US">
                          <a:latin typeface="Times New Roman" panose="02020603050405020304" pitchFamily="18" charset="0"/>
                          <a:cs typeface="Times New Roman" panose="02020603050405020304" pitchFamily="18" charset="0"/>
                        </a:rPr>
                        <a:t>0.97</a:t>
                      </a:r>
                    </a:p>
                  </a:txBody>
                  <a:tcPr/>
                </a:tc>
                <a:tc>
                  <a:txBody>
                    <a:bodyPr/>
                    <a:lstStyle/>
                    <a:p>
                      <a:pPr algn="ctr"/>
                      <a:r>
                        <a:rPr lang="en-US">
                          <a:latin typeface="Times New Roman" panose="02020603050405020304" pitchFamily="18" charset="0"/>
                          <a:cs typeface="Times New Roman" panose="02020603050405020304" pitchFamily="18" charset="0"/>
                        </a:rPr>
                        <a:t>0.98</a:t>
                      </a:r>
                    </a:p>
                  </a:txBody>
                  <a:tcPr/>
                </a:tc>
                <a:tc>
                  <a:txBody>
                    <a:bodyPr/>
                    <a:lstStyle/>
                    <a:p>
                      <a:pPr algn="ctr"/>
                      <a:r>
                        <a:rPr lang="en-US" dirty="0">
                          <a:latin typeface="Times New Roman" panose="02020603050405020304" pitchFamily="18" charset="0"/>
                          <a:cs typeface="Times New Roman" panose="02020603050405020304" pitchFamily="18" charset="0"/>
                        </a:rPr>
                        <a:t>0.98</a:t>
                      </a:r>
                    </a:p>
                  </a:txBody>
                  <a:tcPr/>
                </a:tc>
                <a:extLst>
                  <a:ext uri="{0D108BD9-81ED-4DB2-BD59-A6C34878D82A}">
                    <a16:rowId xmlns:a16="http://schemas.microsoft.com/office/drawing/2014/main" val="1191327074"/>
                  </a:ext>
                </a:extLst>
              </a:tr>
            </a:tbl>
          </a:graphicData>
        </a:graphic>
      </p:graphicFrame>
      <p:sp>
        <p:nvSpPr>
          <p:cNvPr id="4" name="Content Placeholder 3">
            <a:extLst>
              <a:ext uri="{FF2B5EF4-FFF2-40B4-BE49-F238E27FC236}">
                <a16:creationId xmlns:a16="http://schemas.microsoft.com/office/drawing/2014/main" id="{00A5198C-1D21-CEAD-BC23-976E1CA11AEE}"/>
              </a:ext>
            </a:extLst>
          </p:cNvPr>
          <p:cNvSpPr>
            <a:spLocks noGrp="1"/>
          </p:cNvSpPr>
          <p:nvPr>
            <p:ph sz="quarter" idx="16"/>
          </p:nvPr>
        </p:nvSpPr>
        <p:spPr>
          <a:xfrm>
            <a:off x="7401349" y="2030748"/>
            <a:ext cx="4536651" cy="3985226"/>
          </a:xfrm>
        </p:spPr>
        <p:txBody>
          <a:bodyPr>
            <a:normAutofit/>
          </a:bodyPr>
          <a:lstStyle/>
          <a:p>
            <a:pPr algn="just"/>
            <a:r>
              <a:rPr lang="en-US" sz="2400" dirty="0">
                <a:solidFill>
                  <a:schemeClr val="accent5">
                    <a:lumMod val="75000"/>
                  </a:schemeClr>
                </a:solidFill>
                <a:latin typeface="Times New Roman" panose="02020603050405020304" pitchFamily="18" charset="0"/>
                <a:cs typeface="Times New Roman" panose="02020603050405020304" pitchFamily="18" charset="0"/>
              </a:rPr>
              <a:t>Comparative Study Analysis</a:t>
            </a:r>
          </a:p>
          <a:p>
            <a:pPr algn="just"/>
            <a:endParaRPr lang="en-US" sz="2400" dirty="0">
              <a:solidFill>
                <a:schemeClr val="accent5">
                  <a:lumMod val="75000"/>
                </a:schemeClr>
              </a:solidFill>
              <a:latin typeface="Times New Roman" panose="02020603050405020304" pitchFamily="18" charset="0"/>
              <a:cs typeface="Times New Roman" panose="02020603050405020304" pitchFamily="18" charset="0"/>
            </a:endParaRPr>
          </a:p>
          <a:p>
            <a:pPr algn="just"/>
            <a:r>
              <a:rPr lang="en-US" dirty="0">
                <a:solidFill>
                  <a:schemeClr val="accent5">
                    <a:lumMod val="75000"/>
                  </a:schemeClr>
                </a:solidFill>
                <a:latin typeface="Times New Roman" panose="02020603050405020304" pitchFamily="18" charset="0"/>
                <a:cs typeface="Times New Roman" panose="02020603050405020304" pitchFamily="18" charset="0"/>
              </a:rPr>
              <a:t>KNN-</a:t>
            </a:r>
            <a:r>
              <a:rPr lang="en-US" dirty="0">
                <a:latin typeface="Times New Roman" panose="02020603050405020304" pitchFamily="18" charset="0"/>
                <a:cs typeface="Times New Roman" panose="02020603050405020304" pitchFamily="18" charset="0"/>
              </a:rPr>
              <a:t>Proposed Model accuracy is 90%</a:t>
            </a:r>
            <a:r>
              <a:rPr lang="en-US" dirty="0">
                <a:solidFill>
                  <a:schemeClr val="accent5">
                    <a:lumMod val="75000"/>
                  </a:schemeClr>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Hybrid machine learning algorithm (KNN) accuracy is 61.24% [5]</a:t>
            </a:r>
          </a:p>
          <a:p>
            <a:pPr algn="just"/>
            <a:endParaRPr lang="en-US" dirty="0">
              <a:solidFill>
                <a:schemeClr val="accent5">
                  <a:lumMod val="75000"/>
                </a:schemeClr>
              </a:solidFill>
              <a:latin typeface="Times New Roman" panose="02020603050405020304" pitchFamily="18" charset="0"/>
              <a:cs typeface="Times New Roman" panose="02020603050405020304" pitchFamily="18" charset="0"/>
            </a:endParaRPr>
          </a:p>
          <a:p>
            <a:pPr algn="just"/>
            <a:r>
              <a:rPr lang="en-US" dirty="0" err="1">
                <a:solidFill>
                  <a:schemeClr val="accent5">
                    <a:lumMod val="75000"/>
                  </a:schemeClr>
                </a:solidFill>
                <a:latin typeface="Times New Roman" panose="02020603050405020304" pitchFamily="18" charset="0"/>
                <a:cs typeface="Times New Roman" panose="02020603050405020304" pitchFamily="18" charset="0"/>
              </a:rPr>
              <a:t>XGBoost</a:t>
            </a:r>
            <a:r>
              <a:rPr lang="en-US" dirty="0">
                <a:solidFill>
                  <a:schemeClr val="accent5">
                    <a:lumMod val="75000"/>
                  </a:schemeClr>
                </a:solidFill>
                <a:latin typeface="Times New Roman" panose="02020603050405020304" pitchFamily="18" charset="0"/>
                <a:cs typeface="Times New Roman" panose="02020603050405020304" pitchFamily="18" charset="0"/>
              </a:rPr>
              <a:t>-</a:t>
            </a:r>
            <a:r>
              <a:rPr lang="en-US" dirty="0">
                <a:latin typeface="Times New Roman" panose="02020603050405020304" pitchFamily="18" charset="0"/>
                <a:cs typeface="Times New Roman" panose="02020603050405020304" pitchFamily="18" charset="0"/>
              </a:rPr>
              <a:t> Proposed Model accuracy is 94%</a:t>
            </a:r>
          </a:p>
          <a:p>
            <a:pPr algn="just"/>
            <a:endParaRPr lang="en-US" sz="2400" dirty="0">
              <a:solidFill>
                <a:schemeClr val="accent5">
                  <a:lumMod val="75000"/>
                </a:schemeClr>
              </a:solidFill>
              <a:latin typeface="Franklin Gothic Book (Body)"/>
              <a:cs typeface="Times New Roman" panose="02020603050405020304" pitchFamily="18" charset="0"/>
            </a:endParaRPr>
          </a:p>
        </p:txBody>
      </p:sp>
    </p:spTree>
    <p:extLst>
      <p:ext uri="{BB962C8B-B14F-4D97-AF65-F5344CB8AC3E}">
        <p14:creationId xmlns:p14="http://schemas.microsoft.com/office/powerpoint/2010/main" val="26523981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69EB8B-3ED1-EDD6-CC7F-730A158B0726}"/>
              </a:ext>
            </a:extLst>
          </p:cNvPr>
          <p:cNvSpPr>
            <a:spLocks noGrp="1"/>
          </p:cNvSpPr>
          <p:nvPr>
            <p:ph type="title"/>
          </p:nvPr>
        </p:nvSpPr>
        <p:spPr>
          <a:xfrm>
            <a:off x="204787" y="420624"/>
            <a:ext cx="11876965" cy="1199114"/>
          </a:xfrm>
        </p:spPr>
        <p:txBody>
          <a:bodyPr/>
          <a:lstStyle/>
          <a:p>
            <a:r>
              <a:rPr lang="en-US" sz="3600">
                <a:latin typeface="Franklin Gothic Demi (Headings)"/>
                <a:cs typeface="Times New Roman" panose="02020603050405020304" pitchFamily="18" charset="0"/>
              </a:rPr>
              <a:t>Result(Cont.)</a:t>
            </a:r>
            <a:br>
              <a:rPr lang="en-US" sz="3600">
                <a:solidFill>
                  <a:schemeClr val="accent5">
                    <a:lumMod val="75000"/>
                  </a:schemeClr>
                </a:solidFill>
                <a:latin typeface="Franklin Gothic Demi (Headings)"/>
                <a:cs typeface="Times New Roman" panose="02020603050405020304" pitchFamily="18" charset="0"/>
              </a:rPr>
            </a:br>
            <a:br>
              <a:rPr lang="en-US" sz="2800">
                <a:solidFill>
                  <a:schemeClr val="accent5">
                    <a:lumMod val="75000"/>
                  </a:schemeClr>
                </a:solidFill>
                <a:latin typeface="Franklin Gothic Demi (Headings)"/>
                <a:cs typeface="Times New Roman" panose="02020603050405020304" pitchFamily="18" charset="0"/>
              </a:rPr>
            </a:br>
            <a:r>
              <a:rPr lang="en-US" sz="2800">
                <a:solidFill>
                  <a:schemeClr val="accent5">
                    <a:lumMod val="75000"/>
                  </a:schemeClr>
                </a:solidFill>
                <a:latin typeface="Franklin Gothic Demi (Headings)"/>
                <a:cs typeface="Times New Roman" panose="02020603050405020304" pitchFamily="18" charset="0"/>
              </a:rPr>
              <a:t>             </a:t>
            </a:r>
            <a:r>
              <a:rPr lang="en-US" sz="2800">
                <a:solidFill>
                  <a:schemeClr val="accent5"/>
                </a:solidFill>
                <a:latin typeface="Franklin Gothic Demi (Headings)"/>
                <a:cs typeface="Times New Roman" panose="02020603050405020304" pitchFamily="18" charset="0"/>
              </a:rPr>
              <a:t>Confusion Matrix &amp; Visualization of Model performance</a:t>
            </a:r>
          </a:p>
        </p:txBody>
      </p:sp>
      <p:pic>
        <p:nvPicPr>
          <p:cNvPr id="6" name="Content Placeholder 5">
            <a:extLst>
              <a:ext uri="{FF2B5EF4-FFF2-40B4-BE49-F238E27FC236}">
                <a16:creationId xmlns:a16="http://schemas.microsoft.com/office/drawing/2014/main" id="{9D7DB4A4-F549-5355-C789-7B53C94B7E4F}"/>
              </a:ext>
            </a:extLst>
          </p:cNvPr>
          <p:cNvPicPr>
            <a:picLocks noGrp="1" noChangeAspect="1"/>
          </p:cNvPicPr>
          <p:nvPr>
            <p:ph sz="quarter" idx="15"/>
          </p:nvPr>
        </p:nvPicPr>
        <p:blipFill>
          <a:blip r:embed="rId2"/>
          <a:stretch>
            <a:fillRect/>
          </a:stretch>
        </p:blipFill>
        <p:spPr>
          <a:xfrm>
            <a:off x="204788" y="1857010"/>
            <a:ext cx="6399212" cy="4474724"/>
          </a:xfrm>
        </p:spPr>
      </p:pic>
      <p:pic>
        <p:nvPicPr>
          <p:cNvPr id="8" name="Content Placeholder 7">
            <a:extLst>
              <a:ext uri="{FF2B5EF4-FFF2-40B4-BE49-F238E27FC236}">
                <a16:creationId xmlns:a16="http://schemas.microsoft.com/office/drawing/2014/main" id="{2FC3C030-0601-8B8A-780B-39134A8A49D4}"/>
              </a:ext>
            </a:extLst>
          </p:cNvPr>
          <p:cNvPicPr>
            <a:picLocks noGrp="1" noChangeAspect="1"/>
          </p:cNvPicPr>
          <p:nvPr>
            <p:ph sz="quarter" idx="16"/>
          </p:nvPr>
        </p:nvPicPr>
        <p:blipFill>
          <a:blip r:embed="rId3"/>
          <a:stretch>
            <a:fillRect/>
          </a:stretch>
        </p:blipFill>
        <p:spPr>
          <a:xfrm>
            <a:off x="6890327" y="1857009"/>
            <a:ext cx="5096885" cy="4328809"/>
          </a:xfrm>
        </p:spPr>
      </p:pic>
    </p:spTree>
    <p:extLst>
      <p:ext uri="{BB962C8B-B14F-4D97-AF65-F5344CB8AC3E}">
        <p14:creationId xmlns:p14="http://schemas.microsoft.com/office/powerpoint/2010/main" val="35640032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ABD42-DDDF-9A58-2C8E-C9C914399F8D}"/>
              </a:ext>
            </a:extLst>
          </p:cNvPr>
          <p:cNvSpPr>
            <a:spLocks noGrp="1"/>
          </p:cNvSpPr>
          <p:nvPr>
            <p:ph type="title"/>
          </p:nvPr>
        </p:nvSpPr>
        <p:spPr>
          <a:xfrm>
            <a:off x="594360" y="537511"/>
            <a:ext cx="5065776" cy="996194"/>
          </a:xfrm>
        </p:spPr>
        <p:txBody>
          <a:bodyPr/>
          <a:lstStyle/>
          <a:p>
            <a:r>
              <a:rPr lang="en-US" sz="4000">
                <a:latin typeface="Franklin Gothic Demi (Headings)"/>
                <a:cs typeface="Times New Roman" panose="02020603050405020304" pitchFamily="18" charset="0"/>
              </a:rPr>
              <a:t>Result(Cont.)</a:t>
            </a:r>
            <a:endParaRPr lang="en-US" sz="4000">
              <a:latin typeface="Franklin Gothic Demi (Headings)"/>
            </a:endParaRPr>
          </a:p>
        </p:txBody>
      </p:sp>
      <p:sp>
        <p:nvSpPr>
          <p:cNvPr id="3" name="Content Placeholder 2">
            <a:extLst>
              <a:ext uri="{FF2B5EF4-FFF2-40B4-BE49-F238E27FC236}">
                <a16:creationId xmlns:a16="http://schemas.microsoft.com/office/drawing/2014/main" id="{3B7E4D6A-5A09-65A8-E408-84C3BC3120B3}"/>
              </a:ext>
            </a:extLst>
          </p:cNvPr>
          <p:cNvSpPr>
            <a:spLocks noGrp="1"/>
          </p:cNvSpPr>
          <p:nvPr>
            <p:ph sz="quarter" idx="15"/>
          </p:nvPr>
        </p:nvSpPr>
        <p:spPr>
          <a:xfrm>
            <a:off x="594360" y="1624519"/>
            <a:ext cx="5271419" cy="4649476"/>
          </a:xfrm>
        </p:spPr>
        <p:txBody>
          <a:bodyPr/>
          <a:lstStyle/>
          <a:p>
            <a:endParaRPr lang="en-US" dirty="0">
              <a:latin typeface="Franklin Gothic Book (Body)"/>
            </a:endParaRPr>
          </a:p>
          <a:p>
            <a:endParaRPr lang="en-US" dirty="0">
              <a:latin typeface="Franklin Gothic Book (Body)"/>
            </a:endParaRPr>
          </a:p>
          <a:p>
            <a:pPr algn="just"/>
            <a:r>
              <a:rPr lang="en-US" b="1" dirty="0">
                <a:solidFill>
                  <a:schemeClr val="accent5">
                    <a:lumMod val="75000"/>
                  </a:schemeClr>
                </a:solidFill>
                <a:latin typeface="Times New Roman" panose="02020603050405020304" pitchFamily="18" charset="0"/>
                <a:cs typeface="Times New Roman" panose="02020603050405020304" pitchFamily="18" charset="0"/>
              </a:rPr>
              <a:t>CNN-</a:t>
            </a:r>
            <a:r>
              <a:rPr lang="en-US" dirty="0">
                <a:latin typeface="Times New Roman" panose="02020603050405020304" pitchFamily="18" charset="0"/>
                <a:cs typeface="Times New Roman" panose="02020603050405020304" pitchFamily="18" charset="0"/>
              </a:rPr>
              <a:t>The accuracy is 96% which is pretty good. And the existing work on CNN model accuracy is 84.19%[6]</a:t>
            </a:r>
          </a:p>
          <a:p>
            <a:pPr algn="just"/>
            <a:endParaRPr lang="en-US" b="1" dirty="0">
              <a:solidFill>
                <a:schemeClr val="accent5">
                  <a:lumMod val="75000"/>
                </a:schemeClr>
              </a:solidFill>
              <a:latin typeface="Times New Roman" panose="02020603050405020304" pitchFamily="18" charset="0"/>
              <a:cs typeface="Times New Roman" panose="02020603050405020304" pitchFamily="18" charset="0"/>
            </a:endParaRPr>
          </a:p>
          <a:p>
            <a:pPr algn="just"/>
            <a:r>
              <a:rPr lang="en-US" b="1" dirty="0">
                <a:solidFill>
                  <a:schemeClr val="accent5">
                    <a:lumMod val="75000"/>
                  </a:schemeClr>
                </a:solidFill>
                <a:latin typeface="Times New Roman" panose="02020603050405020304" pitchFamily="18" charset="0"/>
                <a:cs typeface="Times New Roman" panose="02020603050405020304" pitchFamily="18" charset="0"/>
              </a:rPr>
              <a:t>MobileNetV2- </a:t>
            </a:r>
            <a:r>
              <a:rPr lang="en-US" dirty="0">
                <a:latin typeface="Times New Roman" panose="02020603050405020304" pitchFamily="18" charset="0"/>
                <a:cs typeface="Times New Roman" panose="02020603050405020304" pitchFamily="18" charset="0"/>
              </a:rPr>
              <a:t>The proposed model accuracy is 95%</a:t>
            </a:r>
          </a:p>
        </p:txBody>
      </p:sp>
      <p:pic>
        <p:nvPicPr>
          <p:cNvPr id="5" name="Content Placeholder 5">
            <a:extLst>
              <a:ext uri="{FF2B5EF4-FFF2-40B4-BE49-F238E27FC236}">
                <a16:creationId xmlns:a16="http://schemas.microsoft.com/office/drawing/2014/main" id="{B26F6841-F940-2929-AC18-024F6FFDA622}"/>
              </a:ext>
            </a:extLst>
          </p:cNvPr>
          <p:cNvPicPr>
            <a:picLocks noGrp="1" noChangeAspect="1"/>
          </p:cNvPicPr>
          <p:nvPr>
            <p:ph sz="quarter" idx="16"/>
          </p:nvPr>
        </p:nvPicPr>
        <p:blipFill>
          <a:blip r:embed="rId2"/>
          <a:stretch>
            <a:fillRect/>
          </a:stretch>
        </p:blipFill>
        <p:spPr>
          <a:xfrm>
            <a:off x="6021515" y="1035608"/>
            <a:ext cx="5817241" cy="4649476"/>
          </a:xfrm>
        </p:spPr>
      </p:pic>
    </p:spTree>
    <p:extLst>
      <p:ext uri="{BB962C8B-B14F-4D97-AF65-F5344CB8AC3E}">
        <p14:creationId xmlns:p14="http://schemas.microsoft.com/office/powerpoint/2010/main" val="14617798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E96429-AD63-65B3-F603-27AC61A63743}"/>
              </a:ext>
            </a:extLst>
          </p:cNvPr>
          <p:cNvSpPr>
            <a:spLocks noGrp="1"/>
          </p:cNvSpPr>
          <p:nvPr>
            <p:ph type="title"/>
          </p:nvPr>
        </p:nvSpPr>
        <p:spPr>
          <a:xfrm>
            <a:off x="594360" y="278129"/>
            <a:ext cx="9778365" cy="1073151"/>
          </a:xfrm>
        </p:spPr>
        <p:txBody>
          <a:bodyPr/>
          <a:lstStyle/>
          <a:p>
            <a:r>
              <a:rPr lang="en-US" dirty="0"/>
              <a:t>Conclusion</a:t>
            </a:r>
          </a:p>
        </p:txBody>
      </p:sp>
      <p:sp>
        <p:nvSpPr>
          <p:cNvPr id="5" name="Content Placeholder 7">
            <a:extLst>
              <a:ext uri="{FF2B5EF4-FFF2-40B4-BE49-F238E27FC236}">
                <a16:creationId xmlns:a16="http://schemas.microsoft.com/office/drawing/2014/main" id="{966A429C-912F-CDC9-685F-1C0DDC36CA9E}"/>
              </a:ext>
            </a:extLst>
          </p:cNvPr>
          <p:cNvSpPr>
            <a:spLocks noGrp="1"/>
          </p:cNvSpPr>
          <p:nvPr>
            <p:ph sz="quarter" idx="15"/>
          </p:nvPr>
        </p:nvSpPr>
        <p:spPr>
          <a:xfrm>
            <a:off x="593725" y="2514600"/>
            <a:ext cx="10863263" cy="3759200"/>
          </a:xfrm>
          <a:prstGeom prst="rect">
            <a:avLst/>
          </a:prstGeom>
        </p:spPr>
        <p:txBody>
          <a:bodyPr vert="horz" lIns="0" tIns="45720" rIns="0" bIns="0" rtlCol="0">
            <a:normAutofit/>
          </a:bodyPr>
          <a:lstStyle>
            <a:lvl1pPr marL="0" indent="0" algn="l" defTabSz="914400" rtl="0" eaLnBrk="1" latinLnBrk="0" hangingPunct="1">
              <a:lnSpc>
                <a:spcPct val="90000"/>
              </a:lnSpc>
              <a:spcBef>
                <a:spcPts val="1800"/>
              </a:spcBef>
              <a:buFont typeface="Arial" panose="020B0604020202020204" pitchFamily="34" charset="0"/>
              <a:buNone/>
              <a:defRPr sz="2000" b="0" i="0" kern="1200">
                <a:solidFill>
                  <a:schemeClr val="bg1"/>
                </a:solidFill>
                <a:latin typeface="+mn-lt"/>
                <a:ea typeface="+mn-ea"/>
                <a:cs typeface="+mn-cs"/>
              </a:defRPr>
            </a:lvl1pPr>
            <a:lvl2pPr marL="283464"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2pPr>
            <a:lvl3pPr marL="59436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3pPr>
            <a:lvl4pPr marL="82296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4pPr>
            <a:lvl5pPr marL="100584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lnSpc>
                <a:spcPct val="150000"/>
              </a:lnSpc>
              <a:buFont typeface="Wingdings" panose="05000000000000000000" pitchFamily="2" charset="2"/>
              <a:buChar char="q"/>
            </a:pPr>
            <a:r>
              <a:rPr lang="en-GB" dirty="0">
                <a:latin typeface="Times New Roman" panose="02020603050405020304" pitchFamily="18" charset="0"/>
                <a:cs typeface="Times New Roman" panose="02020603050405020304" pitchFamily="18" charset="0"/>
              </a:rPr>
              <a:t>This study highlights the strengths and trade-offs between ML and DL for brain </a:t>
            </a:r>
            <a:r>
              <a:rPr lang="en-GB" dirty="0" err="1">
                <a:latin typeface="Times New Roman" panose="02020603050405020304" pitchFamily="18" charset="0"/>
                <a:cs typeface="Times New Roman" panose="02020603050405020304" pitchFamily="18" charset="0"/>
              </a:rPr>
              <a:t>tumor</a:t>
            </a:r>
            <a:r>
              <a:rPr lang="en-GB" dirty="0">
                <a:latin typeface="Times New Roman" panose="02020603050405020304" pitchFamily="18" charset="0"/>
                <a:cs typeface="Times New Roman" panose="02020603050405020304" pitchFamily="18" charset="0"/>
              </a:rPr>
              <a:t> detection.</a:t>
            </a:r>
          </a:p>
          <a:p>
            <a:pPr marL="342900" indent="-342900">
              <a:lnSpc>
                <a:spcPct val="150000"/>
              </a:lnSpc>
              <a:buFont typeface="Wingdings" panose="05000000000000000000" pitchFamily="2" charset="2"/>
              <a:buChar char="q"/>
            </a:pPr>
            <a:r>
              <a:rPr lang="en-GB" dirty="0">
                <a:latin typeface="Times New Roman" panose="02020603050405020304" pitchFamily="18" charset="0"/>
                <a:cs typeface="Times New Roman" panose="02020603050405020304" pitchFamily="18" charset="0"/>
              </a:rPr>
              <a:t>DL models (CNN, MobileNetV2) matched with ML models.</a:t>
            </a:r>
          </a:p>
          <a:p>
            <a:pPr marL="342900" indent="-342900">
              <a:lnSpc>
                <a:spcPct val="150000"/>
              </a:lnSpc>
              <a:buFont typeface="Wingdings" panose="05000000000000000000" pitchFamily="2" charset="2"/>
              <a:buChar char="q"/>
            </a:pPr>
            <a:r>
              <a:rPr lang="en-GB" dirty="0">
                <a:latin typeface="Times New Roman" panose="02020603050405020304" pitchFamily="18" charset="0"/>
                <a:cs typeface="Times New Roman" panose="02020603050405020304" pitchFamily="18" charset="0"/>
              </a:rPr>
              <a:t>SVM and Logistic Regression showed strong ML performance.</a:t>
            </a:r>
          </a:p>
          <a:p>
            <a:pPr>
              <a:lnSpc>
                <a:spcPct val="150000"/>
              </a:lnSpc>
            </a:pPr>
            <a:endParaRPr lang="en-BD" dirty="0"/>
          </a:p>
        </p:txBody>
      </p:sp>
    </p:spTree>
    <p:extLst>
      <p:ext uri="{BB962C8B-B14F-4D97-AF65-F5344CB8AC3E}">
        <p14:creationId xmlns:p14="http://schemas.microsoft.com/office/powerpoint/2010/main" val="6751607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02A2EB22-C51C-5B67-E648-E492FE5F8425}"/>
              </a:ext>
            </a:extLst>
          </p:cNvPr>
          <p:cNvSpPr>
            <a:spLocks noGrp="1"/>
          </p:cNvSpPr>
          <p:nvPr/>
        </p:nvSpPr>
        <p:spPr>
          <a:xfrm>
            <a:off x="595122" y="2470416"/>
            <a:ext cx="7813587" cy="3966224"/>
          </a:xfrm>
          <a:prstGeom prst="rect">
            <a:avLst/>
          </a:prstGeom>
        </p:spPr>
        <p:txBody>
          <a:bodyPr vert="horz" lIns="0" tIns="45720" rIns="0" bIns="0" rtlCol="0">
            <a:normAutofit/>
          </a:bodyPr>
          <a:lstStyle>
            <a:lvl1pPr marL="0" indent="0" algn="l" defTabSz="914400" rtl="0" eaLnBrk="1" latinLnBrk="0" hangingPunct="1">
              <a:lnSpc>
                <a:spcPct val="90000"/>
              </a:lnSpc>
              <a:spcBef>
                <a:spcPts val="1800"/>
              </a:spcBef>
              <a:buFont typeface="Arial" panose="020B0604020202020204" pitchFamily="34" charset="0"/>
              <a:buNone/>
              <a:defRPr sz="2000" b="0" i="0" kern="1200">
                <a:solidFill>
                  <a:schemeClr val="bg1"/>
                </a:solidFill>
                <a:latin typeface="+mn-lt"/>
                <a:ea typeface="+mn-ea"/>
                <a:cs typeface="+mn-cs"/>
              </a:defRPr>
            </a:lvl1pPr>
            <a:lvl2pPr marL="283464"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2pPr>
            <a:lvl3pPr marL="59436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3pPr>
            <a:lvl4pPr marL="82296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4pPr>
            <a:lvl5pPr marL="1005840" indent="-283464" algn="l" defTabSz="914400" rtl="0" eaLnBrk="1" latinLnBrk="0" hangingPunct="1">
              <a:lnSpc>
                <a:spcPct val="90000"/>
              </a:lnSpc>
              <a:spcBef>
                <a:spcPts val="1800"/>
              </a:spcBef>
              <a:buFont typeface="Arial" panose="020B0604020202020204" pitchFamily="34" charset="0"/>
              <a:buChar char="•"/>
              <a:defRPr sz="20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85750" indent="-285750">
              <a:lnSpc>
                <a:spcPct val="150000"/>
              </a:lnSpc>
              <a:buFont typeface="Wingdings" panose="05000000000000000000" pitchFamily="2" charset="2"/>
              <a:buChar char="v"/>
            </a:pPr>
            <a:r>
              <a:rPr lang="en-GB" dirty="0">
                <a:latin typeface="Times New Roman" panose="02020603050405020304" pitchFamily="18" charset="0"/>
                <a:cs typeface="Times New Roman" panose="02020603050405020304" pitchFamily="18" charset="0"/>
              </a:rPr>
              <a:t>Use advanced DL models (e.g., </a:t>
            </a:r>
            <a:r>
              <a:rPr lang="en-GB" dirty="0" err="1">
                <a:latin typeface="Times New Roman" panose="02020603050405020304" pitchFamily="18" charset="0"/>
                <a:cs typeface="Times New Roman" panose="02020603050405020304" pitchFamily="18" charset="0"/>
              </a:rPr>
              <a:t>ResNet</a:t>
            </a:r>
            <a:r>
              <a:rPr lang="en-GB" dirty="0">
                <a:latin typeface="Times New Roman" panose="02020603050405020304" pitchFamily="18" charset="0"/>
                <a:cs typeface="Times New Roman" panose="02020603050405020304" pitchFamily="18" charset="0"/>
              </a:rPr>
              <a:t>, </a:t>
            </a:r>
            <a:r>
              <a:rPr lang="en-GB" dirty="0" err="1">
                <a:latin typeface="Times New Roman" panose="02020603050405020304" pitchFamily="18" charset="0"/>
                <a:cs typeface="Times New Roman" panose="02020603050405020304" pitchFamily="18" charset="0"/>
              </a:rPr>
              <a:t>EfficientNet</a:t>
            </a:r>
            <a:r>
              <a:rPr lang="en-GB" dirty="0">
                <a:latin typeface="Times New Roman" panose="02020603050405020304" pitchFamily="18" charset="0"/>
                <a:cs typeface="Times New Roman" panose="02020603050405020304" pitchFamily="18" charset="0"/>
              </a:rPr>
              <a:t>).</a:t>
            </a:r>
          </a:p>
          <a:p>
            <a:pPr marL="285750" indent="-285750">
              <a:lnSpc>
                <a:spcPct val="150000"/>
              </a:lnSpc>
              <a:buFont typeface="Wingdings" panose="05000000000000000000" pitchFamily="2" charset="2"/>
              <a:buChar char="v"/>
            </a:pPr>
            <a:r>
              <a:rPr lang="en-GB" dirty="0">
                <a:latin typeface="Times New Roman" panose="02020603050405020304" pitchFamily="18" charset="0"/>
                <a:cs typeface="Times New Roman" panose="02020603050405020304" pitchFamily="18" charset="0"/>
              </a:rPr>
              <a:t>Include more diverse and 3D MRI data.</a:t>
            </a:r>
          </a:p>
          <a:p>
            <a:pPr marL="285750" indent="-285750">
              <a:lnSpc>
                <a:spcPct val="150000"/>
              </a:lnSpc>
              <a:buFont typeface="Wingdings" panose="05000000000000000000" pitchFamily="2" charset="2"/>
              <a:buChar char="v"/>
            </a:pPr>
            <a:r>
              <a:rPr lang="en-GB" dirty="0">
                <a:latin typeface="Times New Roman" panose="02020603050405020304" pitchFamily="18" charset="0"/>
                <a:cs typeface="Times New Roman" panose="02020603050405020304" pitchFamily="18" charset="0"/>
              </a:rPr>
              <a:t>Explore ML-DL ensemble methods.</a:t>
            </a:r>
          </a:p>
          <a:p>
            <a:pPr marL="285750" indent="-285750">
              <a:lnSpc>
                <a:spcPct val="150000"/>
              </a:lnSpc>
              <a:buFont typeface="Wingdings" panose="05000000000000000000" pitchFamily="2" charset="2"/>
              <a:buChar char="v"/>
            </a:pPr>
            <a:r>
              <a:rPr lang="en-GB" dirty="0">
                <a:latin typeface="Times New Roman" panose="02020603050405020304" pitchFamily="18" charset="0"/>
                <a:cs typeface="Times New Roman" panose="02020603050405020304" pitchFamily="18" charset="0"/>
              </a:rPr>
              <a:t>Apply explainable AI for clinical trust.</a:t>
            </a:r>
          </a:p>
          <a:p>
            <a:pPr marL="285750" indent="-285750">
              <a:lnSpc>
                <a:spcPct val="150000"/>
              </a:lnSpc>
              <a:buFont typeface="Wingdings" panose="05000000000000000000" pitchFamily="2" charset="2"/>
              <a:buChar char="v"/>
            </a:pPr>
            <a:r>
              <a:rPr lang="en-GB" dirty="0">
                <a:latin typeface="Times New Roman" panose="02020603050405020304" pitchFamily="18" charset="0"/>
                <a:cs typeface="Times New Roman" panose="02020603050405020304" pitchFamily="18" charset="0"/>
              </a:rPr>
              <a:t>Develop a real-time diagnostic tool.</a:t>
            </a:r>
          </a:p>
          <a:p>
            <a:pPr marL="285750" indent="-285750">
              <a:lnSpc>
                <a:spcPct val="150000"/>
              </a:lnSpc>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p:txBody>
      </p:sp>
      <p:sp>
        <p:nvSpPr>
          <p:cNvPr id="8" name="Title 7">
            <a:extLst>
              <a:ext uri="{FF2B5EF4-FFF2-40B4-BE49-F238E27FC236}">
                <a16:creationId xmlns:a16="http://schemas.microsoft.com/office/drawing/2014/main" id="{EA8C84A4-0476-6ECB-E6A0-C6EE4BF8320D}"/>
              </a:ext>
            </a:extLst>
          </p:cNvPr>
          <p:cNvSpPr>
            <a:spLocks noGrp="1"/>
          </p:cNvSpPr>
          <p:nvPr>
            <p:ph type="title"/>
          </p:nvPr>
        </p:nvSpPr>
        <p:spPr>
          <a:xfrm>
            <a:off x="595122" y="287624"/>
            <a:ext cx="9778365" cy="1134776"/>
          </a:xfrm>
        </p:spPr>
        <p:txBody>
          <a:bodyPr/>
          <a:lstStyle/>
          <a:p>
            <a:r>
              <a:rPr lang="en-US" dirty="0"/>
              <a:t>Future Work</a:t>
            </a:r>
          </a:p>
        </p:txBody>
      </p:sp>
    </p:spTree>
    <p:extLst>
      <p:ext uri="{BB962C8B-B14F-4D97-AF65-F5344CB8AC3E}">
        <p14:creationId xmlns:p14="http://schemas.microsoft.com/office/powerpoint/2010/main" val="353583609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E4FDA0-6F91-9585-A9BF-3570B9FE820A}"/>
              </a:ext>
            </a:extLst>
          </p:cNvPr>
          <p:cNvSpPr>
            <a:spLocks noGrp="1"/>
          </p:cNvSpPr>
          <p:nvPr>
            <p:ph type="title"/>
          </p:nvPr>
        </p:nvSpPr>
        <p:spPr>
          <a:xfrm>
            <a:off x="609600" y="648903"/>
            <a:ext cx="10972800" cy="621097"/>
          </a:xfrm>
        </p:spPr>
        <p:txBody>
          <a:bodyPr/>
          <a:lstStyle/>
          <a:p>
            <a:r>
              <a:rPr lang="en-US" sz="4400" dirty="0">
                <a:latin typeface="Franklin Gothic Demi (Headings)"/>
                <a:cs typeface="Times New Roman" panose="02020603050405020304" pitchFamily="18" charset="0"/>
              </a:rPr>
              <a:t>References</a:t>
            </a:r>
            <a:endParaRPr lang="en-US" dirty="0">
              <a:latin typeface="Franklin Gothic Demi (Headings)"/>
            </a:endParaRPr>
          </a:p>
        </p:txBody>
      </p:sp>
      <p:sp>
        <p:nvSpPr>
          <p:cNvPr id="5" name="TextBox 4">
            <a:extLst>
              <a:ext uri="{FF2B5EF4-FFF2-40B4-BE49-F238E27FC236}">
                <a16:creationId xmlns:a16="http://schemas.microsoft.com/office/drawing/2014/main" id="{BB671CAE-6D42-0C78-A3FD-9A523FB82590}"/>
              </a:ext>
            </a:extLst>
          </p:cNvPr>
          <p:cNvSpPr txBox="1"/>
          <p:nvPr/>
        </p:nvSpPr>
        <p:spPr>
          <a:xfrm>
            <a:off x="624840" y="2334637"/>
            <a:ext cx="11330454" cy="4093428"/>
          </a:xfrm>
          <a:prstGeom prst="rect">
            <a:avLst/>
          </a:prstGeom>
          <a:noFill/>
        </p:spPr>
        <p:txBody>
          <a:bodyPr wrap="square">
            <a:spAutoFit/>
          </a:bodyPr>
          <a:lstStyle/>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[1]A. A. Asiri et al., "Optimized brain tumor detection: A dual-module approach for MRI image enhancement and tumor classification," </a:t>
            </a:r>
            <a:r>
              <a:rPr kumimoji="0" lang="en-US" altLang="en-US" sz="2000" b="0" i="1"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IEEE Access</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vol. 12, pp. 42868–42887, 2024.</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[2]N. Noreen et al., "A deep learning model based on concatenation approach for the diagnosis of brain tumor," </a:t>
            </a:r>
            <a:r>
              <a:rPr kumimoji="0" lang="en-US" altLang="en-US" sz="2000" b="0" i="1"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IEEE Access</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vol. 8, pp. 55135–55144, 2020.</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[3]S. Gajula and V. R., "An MRI brain </a:t>
            </a:r>
            <a:r>
              <a:rPr kumimoji="0" lang="en-US" altLang="en-US" sz="2000" b="0" i="0" u="none" strike="noStrike" cap="none" normalizeH="0" baseline="0" dirty="0" err="1">
                <a:ln>
                  <a:noFill/>
                </a:ln>
                <a:solidFill>
                  <a:schemeClr val="bg1"/>
                </a:solidFill>
                <a:effectLst/>
                <a:latin typeface="Times New Roman" panose="02020603050405020304" pitchFamily="18" charset="0"/>
                <a:cs typeface="Times New Roman" panose="02020603050405020304" pitchFamily="18" charset="0"/>
              </a:rPr>
              <a:t>tumour</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detection using logistic regression-based machine learning model," </a:t>
            </a:r>
            <a:r>
              <a:rPr kumimoji="0" lang="en-US" altLang="en-US" sz="2000" b="0" i="1"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International Journal of System Assurance Engineering and Management</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vol. 15, no. 1, pp. 124–134, 2024.</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[4]J. Naik and S. P., "Tumor detection and classification using decision tree in brain MRI," </a:t>
            </a:r>
            <a:r>
              <a:rPr kumimoji="0" lang="en-US" altLang="en-US" sz="2000" b="0" i="1"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International Journal of Computer Science and Network Security</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vol. 14, no. 6, pp. 87–94, 2014.</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[5]B. Deepa et al., "Pattern descriptors orientation and map firefly algorithm-based brain pathology classification using hybridized machine learning algorithm," </a:t>
            </a:r>
            <a:r>
              <a:rPr kumimoji="0" lang="en-US" altLang="en-US" sz="2000" b="0" i="1"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IEEE Access</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vol. 10, pp. 3848–3863, 2021.</a:t>
            </a:r>
          </a:p>
          <a:p>
            <a:pPr marL="0" marR="0" lvl="0" indent="0" algn="just"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[6]M. H. </a:t>
            </a:r>
            <a:r>
              <a:rPr kumimoji="0" lang="en-US" altLang="en-US" sz="2000" b="0" i="0" u="none" strike="noStrike" cap="none" normalizeH="0" baseline="0" dirty="0" err="1">
                <a:ln>
                  <a:noFill/>
                </a:ln>
                <a:solidFill>
                  <a:schemeClr val="bg1"/>
                </a:solidFill>
                <a:effectLst/>
                <a:latin typeface="Times New Roman" panose="02020603050405020304" pitchFamily="18" charset="0"/>
                <a:cs typeface="Times New Roman" panose="02020603050405020304" pitchFamily="18" charset="0"/>
              </a:rPr>
              <a:t>Abiwinanda</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et al., "Brain tumor classification using convolutional neural network," in </a:t>
            </a:r>
            <a:r>
              <a:rPr kumimoji="0" lang="en-US" altLang="en-US" sz="2000" b="0" i="1"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Proc. World Congress on Medical Physics and Biomedical Engineering</a:t>
            </a:r>
            <a:r>
              <a:rPr kumimoji="0" lang="en-US" altLang="en-US" sz="20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pp. 183–189, 2019.</a:t>
            </a:r>
          </a:p>
        </p:txBody>
      </p:sp>
    </p:spTree>
    <p:extLst>
      <p:ext uri="{BB962C8B-B14F-4D97-AF65-F5344CB8AC3E}">
        <p14:creationId xmlns:p14="http://schemas.microsoft.com/office/powerpoint/2010/main" val="364451223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B8CE60-587E-1D5C-8B50-ED3441BA49CE}"/>
              </a:ext>
            </a:extLst>
          </p:cNvPr>
          <p:cNvSpPr>
            <a:spLocks noGrp="1"/>
          </p:cNvSpPr>
          <p:nvPr>
            <p:ph type="ctrTitle"/>
          </p:nvPr>
        </p:nvSpPr>
        <p:spPr>
          <a:xfrm>
            <a:off x="3881336" y="411479"/>
            <a:ext cx="7914968" cy="3323942"/>
          </a:xfrm>
        </p:spPr>
        <p:txBody>
          <a:bodyPr anchor="b">
            <a:normAutofit/>
          </a:bodyPr>
          <a:lstStyle/>
          <a:p>
            <a:pPr algn="ctr"/>
            <a:r>
              <a:rPr lang="en-US" dirty="0">
                <a:solidFill>
                  <a:schemeClr val="accent5">
                    <a:lumMod val="75000"/>
                  </a:schemeClr>
                </a:solidFill>
              </a:rPr>
              <a:t>Thank you</a:t>
            </a:r>
            <a:br>
              <a:rPr lang="en-US" dirty="0">
                <a:solidFill>
                  <a:schemeClr val="accent5">
                    <a:lumMod val="75000"/>
                  </a:schemeClr>
                </a:solidFill>
              </a:rPr>
            </a:br>
            <a:r>
              <a:rPr lang="en-US" dirty="0">
                <a:solidFill>
                  <a:schemeClr val="accent5">
                    <a:lumMod val="75000"/>
                  </a:schemeClr>
                </a:solidFill>
              </a:rPr>
              <a:t>&amp; We are like to have your question!</a:t>
            </a:r>
          </a:p>
        </p:txBody>
      </p:sp>
    </p:spTree>
    <p:extLst>
      <p:ext uri="{BB962C8B-B14F-4D97-AF65-F5344CB8AC3E}">
        <p14:creationId xmlns:p14="http://schemas.microsoft.com/office/powerpoint/2010/main" val="1440871986"/>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Background xmlns="71af3243-3dd4-4a8d-8c0d-dd76da1f02a5">false</Background>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C21FFAC0-05A2-416A-B06C-C248395482CF}">
  <ds:schemaRefs>
    <ds:schemaRef ds:uri="http://schemas.microsoft.com/sharepoint/v3/contenttype/forms"/>
  </ds:schemaRefs>
</ds:datastoreItem>
</file>

<file path=customXml/itemProps2.xml><?xml version="1.0" encoding="utf-8"?>
<ds:datastoreItem xmlns:ds="http://schemas.openxmlformats.org/officeDocument/2006/customXml" ds:itemID="{92DB9E12-8AC3-4138-BF4D-720A5525AB10}">
  <ds:schemaRefs>
    <ds:schemaRef ds:uri="16c05727-aa75-4e4a-9b5f-8a80a1165891"/>
    <ds:schemaRef ds:uri="230e9df3-be65-4c73-a93b-d1236ebd677e"/>
    <ds:schemaRef ds:uri="71af3243-3dd4-4a8d-8c0d-dd76da1f02a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4F4B194E-8B30-4377-8C59-ECFB902D2A26}">
  <ds:schemaRefs>
    <ds:schemaRef ds:uri="16c05727-aa75-4e4a-9b5f-8a80a1165891"/>
    <ds:schemaRef ds:uri="230e9df3-be65-4c73-a93b-d1236ebd677e"/>
    <ds:schemaRef ds:uri="71af3243-3dd4-4a8d-8c0d-dd76da1f02a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{8F14117D-74BE-44DE-A5B7-3F88D7F0CC45}tf78853419_win32</Template>
  <TotalTime>666</TotalTime>
  <Words>2080</Words>
  <Application>Microsoft Office PowerPoint</Application>
  <PresentationFormat>Widescreen</PresentationFormat>
  <Paragraphs>226</Paragraphs>
  <Slides>20</Slides>
  <Notes>9</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Calibri</vt:lpstr>
      <vt:lpstr>Franklin Gothic Book</vt:lpstr>
      <vt:lpstr>Franklin Gothic Book (Body)</vt:lpstr>
      <vt:lpstr>Franklin Gothic Demi</vt:lpstr>
      <vt:lpstr>Franklin Gothic Demi (Headings)</vt:lpstr>
      <vt:lpstr>Times New Roman</vt:lpstr>
      <vt:lpstr>Wingdings</vt:lpstr>
      <vt:lpstr>Custom</vt:lpstr>
      <vt:lpstr>A Comparative Study of Machine Learning and Deep Learning for Brain Tumor Detection    Course: Machine Learning Supervised by DR. MD. ASRAF ALI</vt:lpstr>
      <vt:lpstr>Group Members</vt:lpstr>
      <vt:lpstr>Background</vt:lpstr>
      <vt:lpstr>Motivation</vt:lpstr>
      <vt:lpstr>Objective</vt:lpstr>
      <vt:lpstr>Methodology </vt:lpstr>
      <vt:lpstr>Methodology: Feature Extraction &amp; Train-Test Split</vt:lpstr>
      <vt:lpstr>Methodology: Data Augmentation</vt:lpstr>
      <vt:lpstr>Methodology: Machine &amp; Deep Learning Algorithm </vt:lpstr>
      <vt:lpstr>Methodology : Model Architectures</vt:lpstr>
      <vt:lpstr>Methodology: Block Diagram</vt:lpstr>
      <vt:lpstr>Result</vt:lpstr>
      <vt:lpstr>Result(Cont.)                                      Confusion Matrix</vt:lpstr>
      <vt:lpstr>Result(Cont.)</vt:lpstr>
      <vt:lpstr>Result(Cont.)               Confusion Matrix &amp; Visualization of Model performance</vt:lpstr>
      <vt:lpstr>Result(Cont.)</vt:lpstr>
      <vt:lpstr>Conclusion</vt:lpstr>
      <vt:lpstr>Future Work</vt:lpstr>
      <vt:lpstr>References</vt:lpstr>
      <vt:lpstr>Thank you &amp; We are like to have your question!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Anindita Bhattacharjee</dc:creator>
  <cp:lastModifiedBy>Anindita Bhattacharjee</cp:lastModifiedBy>
  <cp:revision>11</cp:revision>
  <dcterms:created xsi:type="dcterms:W3CDTF">2025-05-30T05:52:51Z</dcterms:created>
  <dcterms:modified xsi:type="dcterms:W3CDTF">2025-06-01T01:49:31Z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